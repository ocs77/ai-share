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1"/>
  </p:notesMasterIdLst>
  <p:handoutMasterIdLst>
    <p:handoutMasterId r:id="rId12"/>
  </p:handoutMasterIdLst>
  <p:sldIdLst>
    <p:sldId id="333" r:id="rId6"/>
    <p:sldId id="334" r:id="rId7"/>
    <p:sldId id="335" r:id="rId8"/>
    <p:sldId id="336" r:id="rId9"/>
    <p:sldId id="337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fo" id="{9CAF17C8-CBFF-466A-A642-374B42F54146}">
          <p14:sldIdLst>
            <p14:sldId id="333"/>
            <p14:sldId id="334"/>
            <p14:sldId id="335"/>
            <p14:sldId id="336"/>
            <p14:sldId id="3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eur" initials="M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8554"/>
    <a:srgbClr val="F4C867"/>
    <a:srgbClr val="6C4796"/>
    <a:srgbClr val="F47040"/>
    <a:srgbClr val="67AC6C"/>
    <a:srgbClr val="278CBC"/>
    <a:srgbClr val="4BB0B9"/>
    <a:srgbClr val="C18554"/>
    <a:srgbClr val="CDE4EB"/>
    <a:srgbClr val="003C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E405C-A17B-FB38-89ED-4C721B4B1259}" v="6" dt="2026-06-08T14:14:45.843"/>
    <p1510:client id="{F67D55D3-4785-A242-9021-561D56F92738}" v="37" dt="2026-06-08T15:21:50.5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  <p:guide pos="46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HEN SOLAL Olivier (ENGIE SA)" userId="be16fd10-8056-431c-9197-742dd2153f02" providerId="ADAL" clId="{A3F5A6B6-975A-50EC-81C9-AA8892D81A55}"/>
    <pc:docChg chg="undo custSel addSld modSld sldOrd modSection">
      <pc:chgData name="COHEN SOLAL Olivier (ENGIE SA)" userId="be16fd10-8056-431c-9197-742dd2153f02" providerId="ADAL" clId="{A3F5A6B6-975A-50EC-81C9-AA8892D81A55}" dt="2026-06-08T15:21:50.569" v="659" actId="20577"/>
      <pc:docMkLst>
        <pc:docMk/>
      </pc:docMkLst>
      <pc:sldChg chg="modSp mod">
        <pc:chgData name="COHEN SOLAL Olivier (ENGIE SA)" userId="be16fd10-8056-431c-9197-742dd2153f02" providerId="ADAL" clId="{A3F5A6B6-975A-50EC-81C9-AA8892D81A55}" dt="2026-06-08T15:13:37.113" v="627" actId="20577"/>
        <pc:sldMkLst>
          <pc:docMk/>
          <pc:sldMk cId="0" sldId="333"/>
        </pc:sldMkLst>
        <pc:spChg chg="mod">
          <ac:chgData name="COHEN SOLAL Olivier (ENGIE SA)" userId="be16fd10-8056-431c-9197-742dd2153f02" providerId="ADAL" clId="{A3F5A6B6-975A-50EC-81C9-AA8892D81A55}" dt="2026-06-05T11:31:57.137" v="625" actId="1076"/>
          <ac:spMkLst>
            <pc:docMk/>
            <pc:sldMk cId="0" sldId="333"/>
            <ac:spMk id="3" creationId="{00000000-0000-0000-0000-000000000000}"/>
          </ac:spMkLst>
        </pc:spChg>
        <pc:spChg chg="mod">
          <ac:chgData name="COHEN SOLAL Olivier (ENGIE SA)" userId="be16fd10-8056-431c-9197-742dd2153f02" providerId="ADAL" clId="{A3F5A6B6-975A-50EC-81C9-AA8892D81A55}" dt="2026-06-08T15:13:37.113" v="627" actId="20577"/>
          <ac:spMkLst>
            <pc:docMk/>
            <pc:sldMk cId="0" sldId="333"/>
            <ac:spMk id="4" creationId="{00000000-0000-0000-0000-000000000000}"/>
          </ac:spMkLst>
        </pc:spChg>
      </pc:sldChg>
      <pc:sldChg chg="addSp modSp mod">
        <pc:chgData name="COHEN SOLAL Olivier (ENGIE SA)" userId="be16fd10-8056-431c-9197-742dd2153f02" providerId="ADAL" clId="{A3F5A6B6-975A-50EC-81C9-AA8892D81A55}" dt="2026-06-05T07:30:29.601" v="238" actId="20577"/>
        <pc:sldMkLst>
          <pc:docMk/>
          <pc:sldMk cId="0" sldId="334"/>
        </pc:sldMkLst>
        <pc:spChg chg="mod">
          <ac:chgData name="COHEN SOLAL Olivier (ENGIE SA)" userId="be16fd10-8056-431c-9197-742dd2153f02" providerId="ADAL" clId="{A3F5A6B6-975A-50EC-81C9-AA8892D81A55}" dt="2026-06-05T07:30:09.495" v="199" actId="1036"/>
          <ac:spMkLst>
            <pc:docMk/>
            <pc:sldMk cId="0" sldId="334"/>
            <ac:spMk id="3" creationId="{00000000-0000-0000-0000-000000000000}"/>
          </ac:spMkLst>
        </pc:spChg>
        <pc:spChg chg="mod">
          <ac:chgData name="COHEN SOLAL Olivier (ENGIE SA)" userId="be16fd10-8056-431c-9197-742dd2153f02" providerId="ADAL" clId="{A3F5A6B6-975A-50EC-81C9-AA8892D81A55}" dt="2026-06-05T07:30:09.495" v="199" actId="1036"/>
          <ac:spMkLst>
            <pc:docMk/>
            <pc:sldMk cId="0" sldId="334"/>
            <ac:spMk id="4" creationId="{00000000-0000-0000-0000-000000000000}"/>
          </ac:spMkLst>
        </pc:spChg>
        <pc:spChg chg="mod">
          <ac:chgData name="COHEN SOLAL Olivier (ENGIE SA)" userId="be16fd10-8056-431c-9197-742dd2153f02" providerId="ADAL" clId="{A3F5A6B6-975A-50EC-81C9-AA8892D81A55}" dt="2026-06-05T07:30:09.495" v="199" actId="1036"/>
          <ac:spMkLst>
            <pc:docMk/>
            <pc:sldMk cId="0" sldId="334"/>
            <ac:spMk id="5" creationId="{00000000-0000-0000-0000-000000000000}"/>
          </ac:spMkLst>
        </pc:spChg>
        <pc:spChg chg="mod">
          <ac:chgData name="COHEN SOLAL Olivier (ENGIE SA)" userId="be16fd10-8056-431c-9197-742dd2153f02" providerId="ADAL" clId="{A3F5A6B6-975A-50EC-81C9-AA8892D81A55}" dt="2026-06-05T07:30:09.495" v="199" actId="1036"/>
          <ac:spMkLst>
            <pc:docMk/>
            <pc:sldMk cId="0" sldId="334"/>
            <ac:spMk id="6" creationId="{00000000-0000-0000-0000-000000000000}"/>
          </ac:spMkLst>
        </pc:spChg>
        <pc:spChg chg="add mod">
          <ac:chgData name="COHEN SOLAL Olivier (ENGIE SA)" userId="be16fd10-8056-431c-9197-742dd2153f02" providerId="ADAL" clId="{A3F5A6B6-975A-50EC-81C9-AA8892D81A55}" dt="2026-06-05T07:30:29.601" v="238" actId="20577"/>
          <ac:spMkLst>
            <pc:docMk/>
            <pc:sldMk cId="0" sldId="334"/>
            <ac:spMk id="7" creationId="{612D54C9-AF84-67DA-CC54-E6EE660A2C27}"/>
          </ac:spMkLst>
        </pc:spChg>
      </pc:sldChg>
      <pc:sldChg chg="addSp delSp modSp mod">
        <pc:chgData name="COHEN SOLAL Olivier (ENGIE SA)" userId="be16fd10-8056-431c-9197-742dd2153f02" providerId="ADAL" clId="{A3F5A6B6-975A-50EC-81C9-AA8892D81A55}" dt="2026-06-05T07:32:21.115" v="481" actId="20577"/>
        <pc:sldMkLst>
          <pc:docMk/>
          <pc:sldMk cId="0" sldId="335"/>
        </pc:sldMkLst>
        <pc:spChg chg="mod">
          <ac:chgData name="COHEN SOLAL Olivier (ENGIE SA)" userId="be16fd10-8056-431c-9197-742dd2153f02" providerId="ADAL" clId="{A3F5A6B6-975A-50EC-81C9-AA8892D81A55}" dt="2026-06-05T07:30:46.370" v="263" actId="1036"/>
          <ac:spMkLst>
            <pc:docMk/>
            <pc:sldMk cId="0" sldId="335"/>
            <ac:spMk id="4" creationId="{00000000-0000-0000-0000-000000000000}"/>
          </ac:spMkLst>
        </pc:spChg>
        <pc:spChg chg="mod">
          <ac:chgData name="COHEN SOLAL Olivier (ENGIE SA)" userId="be16fd10-8056-431c-9197-742dd2153f02" providerId="ADAL" clId="{A3F5A6B6-975A-50EC-81C9-AA8892D81A55}" dt="2026-06-05T07:30:46.370" v="263" actId="1036"/>
          <ac:spMkLst>
            <pc:docMk/>
            <pc:sldMk cId="0" sldId="335"/>
            <ac:spMk id="5" creationId="{00000000-0000-0000-0000-000000000000}"/>
          </ac:spMkLst>
        </pc:spChg>
        <pc:spChg chg="mod">
          <ac:chgData name="COHEN SOLAL Olivier (ENGIE SA)" userId="be16fd10-8056-431c-9197-742dd2153f02" providerId="ADAL" clId="{A3F5A6B6-975A-50EC-81C9-AA8892D81A55}" dt="2026-06-05T07:30:46.370" v="263" actId="1036"/>
          <ac:spMkLst>
            <pc:docMk/>
            <pc:sldMk cId="0" sldId="335"/>
            <ac:spMk id="6" creationId="{00000000-0000-0000-0000-000000000000}"/>
          </ac:spMkLst>
        </pc:spChg>
        <pc:spChg chg="mod">
          <ac:chgData name="COHEN SOLAL Olivier (ENGIE SA)" userId="be16fd10-8056-431c-9197-742dd2153f02" providerId="ADAL" clId="{A3F5A6B6-975A-50EC-81C9-AA8892D81A55}" dt="2026-06-05T07:30:46.370" v="263" actId="1036"/>
          <ac:spMkLst>
            <pc:docMk/>
            <pc:sldMk cId="0" sldId="335"/>
            <ac:spMk id="7" creationId="{00000000-0000-0000-0000-000000000000}"/>
          </ac:spMkLst>
        </pc:spChg>
        <pc:spChg chg="add mod">
          <ac:chgData name="COHEN SOLAL Olivier (ENGIE SA)" userId="be16fd10-8056-431c-9197-742dd2153f02" providerId="ADAL" clId="{A3F5A6B6-975A-50EC-81C9-AA8892D81A55}" dt="2026-06-05T07:32:21.115" v="481" actId="20577"/>
          <ac:spMkLst>
            <pc:docMk/>
            <pc:sldMk cId="0" sldId="335"/>
            <ac:spMk id="10" creationId="{203142E8-A5EE-F597-3C08-004D437BC119}"/>
          </ac:spMkLst>
        </pc:spChg>
      </pc:sldChg>
      <pc:sldChg chg="modSp mod ord">
        <pc:chgData name="COHEN SOLAL Olivier (ENGIE SA)" userId="be16fd10-8056-431c-9197-742dd2153f02" providerId="ADAL" clId="{A3F5A6B6-975A-50EC-81C9-AA8892D81A55}" dt="2026-06-05T08:36:29.773" v="551" actId="20578"/>
        <pc:sldMkLst>
          <pc:docMk/>
          <pc:sldMk cId="0" sldId="336"/>
        </pc:sldMkLst>
        <pc:spChg chg="mod">
          <ac:chgData name="COHEN SOLAL Olivier (ENGIE SA)" userId="be16fd10-8056-431c-9197-742dd2153f02" providerId="ADAL" clId="{A3F5A6B6-975A-50EC-81C9-AA8892D81A55}" dt="2026-06-05T07:40:24.085" v="548" actId="20577"/>
          <ac:spMkLst>
            <pc:docMk/>
            <pc:sldMk cId="0" sldId="336"/>
            <ac:spMk id="3" creationId="{00000000-0000-0000-0000-000000000000}"/>
          </ac:spMkLst>
        </pc:spChg>
        <pc:spChg chg="mod">
          <ac:chgData name="COHEN SOLAL Olivier (ENGIE SA)" userId="be16fd10-8056-431c-9197-742dd2153f02" providerId="ADAL" clId="{A3F5A6B6-975A-50EC-81C9-AA8892D81A55}" dt="2026-06-05T07:32:45.514" v="483" actId="1076"/>
          <ac:spMkLst>
            <pc:docMk/>
            <pc:sldMk cId="0" sldId="336"/>
            <ac:spMk id="4" creationId="{00000000-0000-0000-0000-000000000000}"/>
          </ac:spMkLst>
        </pc:spChg>
        <pc:spChg chg="mod">
          <ac:chgData name="COHEN SOLAL Olivier (ENGIE SA)" userId="be16fd10-8056-431c-9197-742dd2153f02" providerId="ADAL" clId="{A3F5A6B6-975A-50EC-81C9-AA8892D81A55}" dt="2026-06-05T07:32:45.514" v="483" actId="1076"/>
          <ac:spMkLst>
            <pc:docMk/>
            <pc:sldMk cId="0" sldId="336"/>
            <ac:spMk id="5" creationId="{00000000-0000-0000-0000-000000000000}"/>
          </ac:spMkLst>
        </pc:spChg>
        <pc:spChg chg="mod">
          <ac:chgData name="COHEN SOLAL Olivier (ENGIE SA)" userId="be16fd10-8056-431c-9197-742dd2153f02" providerId="ADAL" clId="{A3F5A6B6-975A-50EC-81C9-AA8892D81A55}" dt="2026-06-05T07:32:45.514" v="483" actId="1076"/>
          <ac:spMkLst>
            <pc:docMk/>
            <pc:sldMk cId="0" sldId="336"/>
            <ac:spMk id="6" creationId="{00000000-0000-0000-0000-000000000000}"/>
          </ac:spMkLst>
        </pc:spChg>
        <pc:spChg chg="mod">
          <ac:chgData name="COHEN SOLAL Olivier (ENGIE SA)" userId="be16fd10-8056-431c-9197-742dd2153f02" providerId="ADAL" clId="{A3F5A6B6-975A-50EC-81C9-AA8892D81A55}" dt="2026-06-05T07:32:45.514" v="483" actId="1076"/>
          <ac:spMkLst>
            <pc:docMk/>
            <pc:sldMk cId="0" sldId="336"/>
            <ac:spMk id="7" creationId="{00000000-0000-0000-0000-000000000000}"/>
          </ac:spMkLst>
        </pc:spChg>
      </pc:sldChg>
      <pc:sldChg chg="modSp add mod ord">
        <pc:chgData name="COHEN SOLAL Olivier (ENGIE SA)" userId="be16fd10-8056-431c-9197-742dd2153f02" providerId="ADAL" clId="{A3F5A6B6-975A-50EC-81C9-AA8892D81A55}" dt="2026-06-08T15:21:50.569" v="659" actId="20577"/>
        <pc:sldMkLst>
          <pc:docMk/>
          <pc:sldMk cId="0" sldId="337"/>
        </pc:sldMkLst>
        <pc:spChg chg="mod">
          <ac:chgData name="COHEN SOLAL Olivier (ENGIE SA)" userId="be16fd10-8056-431c-9197-742dd2153f02" providerId="ADAL" clId="{A3F5A6B6-975A-50EC-81C9-AA8892D81A55}" dt="2026-06-08T15:21:50.569" v="659" actId="20577"/>
          <ac:spMkLst>
            <pc:docMk/>
            <pc:sldMk cId="0" sldId="337"/>
            <ac:spMk id="4" creationId="{00000000-0000-0000-0000-000000000000}"/>
          </ac:spMkLst>
        </pc:spChg>
      </pc:sldChg>
    </pc:docChg>
  </pc:docChgLst>
  <pc:docChgLst>
    <pc:chgData name="COHEN SOLAL Olivier (ENGIE SA)" userId="S::uj1024@engie.com::be16fd10-8056-431c-9197-742dd2153f02" providerId="AD" clId="Web-{568D1CB2-B7D6-C0B2-DB66-DF7F5751CB97}"/>
    <pc:docChg chg="modSld">
      <pc:chgData name="COHEN SOLAL Olivier (ENGIE SA)" userId="S::uj1024@engie.com::be16fd10-8056-431c-9197-742dd2153f02" providerId="AD" clId="Web-{568D1CB2-B7D6-C0B2-DB66-DF7F5751CB97}" dt="2026-06-04T13:58:45.776" v="127" actId="20577"/>
      <pc:docMkLst>
        <pc:docMk/>
      </pc:docMkLst>
      <pc:sldChg chg="modSp">
        <pc:chgData name="COHEN SOLAL Olivier (ENGIE SA)" userId="S::uj1024@engie.com::be16fd10-8056-431c-9197-742dd2153f02" providerId="AD" clId="Web-{568D1CB2-B7D6-C0B2-DB66-DF7F5751CB97}" dt="2026-06-04T13:50:42.837" v="121"/>
        <pc:sldMkLst>
          <pc:docMk/>
          <pc:sldMk cId="0" sldId="333"/>
        </pc:sldMkLst>
        <pc:spChg chg="mod">
          <ac:chgData name="COHEN SOLAL Olivier (ENGIE SA)" userId="S::uj1024@engie.com::be16fd10-8056-431c-9197-742dd2153f02" providerId="AD" clId="Web-{568D1CB2-B7D6-C0B2-DB66-DF7F5751CB97}" dt="2026-06-04T13:50:42.806" v="119"/>
          <ac:spMkLst>
            <pc:docMk/>
            <pc:sldMk cId="0" sldId="333"/>
            <ac:spMk id="4" creationId="{00000000-0000-0000-0000-000000000000}"/>
          </ac:spMkLst>
        </pc:spChg>
        <pc:spChg chg="mod">
          <ac:chgData name="COHEN SOLAL Olivier (ENGIE SA)" userId="S::uj1024@engie.com::be16fd10-8056-431c-9197-742dd2153f02" providerId="AD" clId="Web-{568D1CB2-B7D6-C0B2-DB66-DF7F5751CB97}" dt="2026-06-04T13:50:42.806" v="120"/>
          <ac:spMkLst>
            <pc:docMk/>
            <pc:sldMk cId="0" sldId="333"/>
            <ac:spMk id="5" creationId="{00000000-0000-0000-0000-000000000000}"/>
          </ac:spMkLst>
        </pc:spChg>
        <pc:spChg chg="mod">
          <ac:chgData name="COHEN SOLAL Olivier (ENGIE SA)" userId="S::uj1024@engie.com::be16fd10-8056-431c-9197-742dd2153f02" providerId="AD" clId="Web-{568D1CB2-B7D6-C0B2-DB66-DF7F5751CB97}" dt="2026-06-04T13:50:42.837" v="121"/>
          <ac:spMkLst>
            <pc:docMk/>
            <pc:sldMk cId="0" sldId="333"/>
            <ac:spMk id="6" creationId="{00000000-0000-0000-0000-000000000000}"/>
          </ac:spMkLst>
        </pc:spChg>
      </pc:sldChg>
      <pc:sldChg chg="modSp">
        <pc:chgData name="COHEN SOLAL Olivier (ENGIE SA)" userId="S::uj1024@engie.com::be16fd10-8056-431c-9197-742dd2153f02" providerId="AD" clId="Web-{568D1CB2-B7D6-C0B2-DB66-DF7F5751CB97}" dt="2026-06-04T13:47:03.783" v="93" actId="20577"/>
        <pc:sldMkLst>
          <pc:docMk/>
          <pc:sldMk cId="0" sldId="334"/>
        </pc:sldMkLst>
        <pc:spChg chg="mod">
          <ac:chgData name="COHEN SOLAL Olivier (ENGIE SA)" userId="S::uj1024@engie.com::be16fd10-8056-431c-9197-742dd2153f02" providerId="AD" clId="Web-{568D1CB2-B7D6-C0B2-DB66-DF7F5751CB97}" dt="2026-06-04T13:45:19.905" v="46" actId="20577"/>
          <ac:spMkLst>
            <pc:docMk/>
            <pc:sldMk cId="0" sldId="334"/>
            <ac:spMk id="2" creationId="{00000000-0000-0000-0000-000000000000}"/>
          </ac:spMkLst>
        </pc:spChg>
        <pc:spChg chg="mod">
          <ac:chgData name="COHEN SOLAL Olivier (ENGIE SA)" userId="S::uj1024@engie.com::be16fd10-8056-431c-9197-742dd2153f02" providerId="AD" clId="Web-{568D1CB2-B7D6-C0B2-DB66-DF7F5751CB97}" dt="2026-06-04T13:43:43.839" v="37" actId="20577"/>
          <ac:spMkLst>
            <pc:docMk/>
            <pc:sldMk cId="0" sldId="334"/>
            <ac:spMk id="4" creationId="{00000000-0000-0000-0000-000000000000}"/>
          </ac:spMkLst>
        </pc:spChg>
        <pc:spChg chg="mod">
          <ac:chgData name="COHEN SOLAL Olivier (ENGIE SA)" userId="S::uj1024@engie.com::be16fd10-8056-431c-9197-742dd2153f02" providerId="AD" clId="Web-{568D1CB2-B7D6-C0B2-DB66-DF7F5751CB97}" dt="2026-06-04T13:46:02.094" v="66" actId="20577"/>
          <ac:spMkLst>
            <pc:docMk/>
            <pc:sldMk cId="0" sldId="334"/>
            <ac:spMk id="5" creationId="{00000000-0000-0000-0000-000000000000}"/>
          </ac:spMkLst>
        </pc:spChg>
        <pc:spChg chg="mod">
          <ac:chgData name="COHEN SOLAL Olivier (ENGIE SA)" userId="S::uj1024@engie.com::be16fd10-8056-431c-9197-742dd2153f02" providerId="AD" clId="Web-{568D1CB2-B7D6-C0B2-DB66-DF7F5751CB97}" dt="2026-06-04T13:47:03.783" v="93" actId="20577"/>
          <ac:spMkLst>
            <pc:docMk/>
            <pc:sldMk cId="0" sldId="334"/>
            <ac:spMk id="6" creationId="{00000000-0000-0000-0000-000000000000}"/>
          </ac:spMkLst>
        </pc:spChg>
      </pc:sldChg>
      <pc:sldChg chg="modSp">
        <pc:chgData name="COHEN SOLAL Olivier (ENGIE SA)" userId="S::uj1024@engie.com::be16fd10-8056-431c-9197-742dd2153f02" providerId="AD" clId="Web-{568D1CB2-B7D6-C0B2-DB66-DF7F5751CB97}" dt="2026-06-04T13:49:43.288" v="115" actId="20577"/>
        <pc:sldMkLst>
          <pc:docMk/>
          <pc:sldMk cId="0" sldId="335"/>
        </pc:sldMkLst>
        <pc:spChg chg="mod">
          <ac:chgData name="COHEN SOLAL Olivier (ENGIE SA)" userId="S::uj1024@engie.com::be16fd10-8056-431c-9197-742dd2153f02" providerId="AD" clId="Web-{568D1CB2-B7D6-C0B2-DB66-DF7F5751CB97}" dt="2026-06-04T13:49:43.288" v="115" actId="20577"/>
          <ac:spMkLst>
            <pc:docMk/>
            <pc:sldMk cId="0" sldId="335"/>
            <ac:spMk id="2" creationId="{00000000-0000-0000-0000-000000000000}"/>
          </ac:spMkLst>
        </pc:spChg>
        <pc:spChg chg="mod">
          <ac:chgData name="COHEN SOLAL Olivier (ENGIE SA)" userId="S::uj1024@engie.com::be16fd10-8056-431c-9197-742dd2153f02" providerId="AD" clId="Web-{568D1CB2-B7D6-C0B2-DB66-DF7F5751CB97}" dt="2026-06-04T13:47:34.659" v="98" actId="20577"/>
          <ac:spMkLst>
            <pc:docMk/>
            <pc:sldMk cId="0" sldId="335"/>
            <ac:spMk id="3" creationId="{00000000-0000-0000-0000-000000000000}"/>
          </ac:spMkLst>
        </pc:spChg>
        <pc:spChg chg="mod">
          <ac:chgData name="COHEN SOLAL Olivier (ENGIE SA)" userId="S::uj1024@engie.com::be16fd10-8056-431c-9197-742dd2153f02" providerId="AD" clId="Web-{568D1CB2-B7D6-C0B2-DB66-DF7F5751CB97}" dt="2026-06-04T13:48:23.098" v="103" actId="20577"/>
          <ac:spMkLst>
            <pc:docMk/>
            <pc:sldMk cId="0" sldId="335"/>
            <ac:spMk id="4" creationId="{00000000-0000-0000-0000-000000000000}"/>
          </ac:spMkLst>
        </pc:spChg>
        <pc:spChg chg="mod">
          <ac:chgData name="COHEN SOLAL Olivier (ENGIE SA)" userId="S::uj1024@engie.com::be16fd10-8056-431c-9197-742dd2153f02" providerId="AD" clId="Web-{568D1CB2-B7D6-C0B2-DB66-DF7F5751CB97}" dt="2026-06-04T13:49:20.866" v="111" actId="20577"/>
          <ac:spMkLst>
            <pc:docMk/>
            <pc:sldMk cId="0" sldId="335"/>
            <ac:spMk id="6" creationId="{00000000-0000-0000-0000-000000000000}"/>
          </ac:spMkLst>
        </pc:spChg>
        <pc:spChg chg="mod">
          <ac:chgData name="COHEN SOLAL Olivier (ENGIE SA)" userId="S::uj1024@engie.com::be16fd10-8056-431c-9197-742dd2153f02" providerId="AD" clId="Web-{568D1CB2-B7D6-C0B2-DB66-DF7F5751CB97}" dt="2026-06-04T13:49:29.476" v="114" actId="20577"/>
          <ac:spMkLst>
            <pc:docMk/>
            <pc:sldMk cId="0" sldId="335"/>
            <ac:spMk id="7" creationId="{00000000-0000-0000-0000-000000000000}"/>
          </ac:spMkLst>
        </pc:spChg>
      </pc:sldChg>
      <pc:sldChg chg="modSp">
        <pc:chgData name="COHEN SOLAL Olivier (ENGIE SA)" userId="S::uj1024@engie.com::be16fd10-8056-431c-9197-742dd2153f02" providerId="AD" clId="Web-{568D1CB2-B7D6-C0B2-DB66-DF7F5751CB97}" dt="2026-06-04T13:58:45.776" v="127" actId="20577"/>
        <pc:sldMkLst>
          <pc:docMk/>
          <pc:sldMk cId="0" sldId="336"/>
        </pc:sldMkLst>
        <pc:spChg chg="mod">
          <ac:chgData name="COHEN SOLAL Olivier (ENGIE SA)" userId="S::uj1024@engie.com::be16fd10-8056-431c-9197-742dd2153f02" providerId="AD" clId="Web-{568D1CB2-B7D6-C0B2-DB66-DF7F5751CB97}" dt="2026-06-04T13:40:10.675" v="0" actId="1076"/>
          <ac:spMkLst>
            <pc:docMk/>
            <pc:sldMk cId="0" sldId="336"/>
            <ac:spMk id="3" creationId="{00000000-0000-0000-0000-000000000000}"/>
          </ac:spMkLst>
        </pc:spChg>
        <pc:spChg chg="mod">
          <ac:chgData name="COHEN SOLAL Olivier (ENGIE SA)" userId="S::uj1024@engie.com::be16fd10-8056-431c-9197-742dd2153f02" providerId="AD" clId="Web-{568D1CB2-B7D6-C0B2-DB66-DF7F5751CB97}" dt="2026-06-04T13:58:45.776" v="127" actId="20577"/>
          <ac:spMkLst>
            <pc:docMk/>
            <pc:sldMk cId="0" sldId="336"/>
            <ac:spMk id="4" creationId="{00000000-0000-0000-0000-000000000000}"/>
          </ac:spMkLst>
        </pc:spChg>
      </pc:sldChg>
    </pc:docChg>
  </pc:docChgLst>
  <pc:docChgLst>
    <pc:chgData name="COHEN SOLAL Olivier (ENGIE SA)" userId="S::uj1024@engie.com::be16fd10-8056-431c-9197-742dd2153f02" providerId="AD" clId="Web-{F26E405C-A17B-FB38-89ED-4C721B4B1259}"/>
    <pc:docChg chg="delSection">
      <pc:chgData name="COHEN SOLAL Olivier (ENGIE SA)" userId="S::uj1024@engie.com::be16fd10-8056-431c-9197-742dd2153f02" providerId="AD" clId="Web-{F26E405C-A17B-FB38-89ED-4C721B4B1259}" dt="2026-06-08T14:14:45.828" v="5"/>
      <pc:docMkLst>
        <pc:docMk/>
      </pc:docMkLst>
    </pc:docChg>
  </pc:docChgLst>
  <pc:docChgLst>
    <pc:chgData name="BLANCHARD Eric (ENGIE Global Markets SAS)" userId="bfa9dcd5-8af8-4f3a-9b7c-d9695800fba2" providerId="ADAL" clId="{B19D83A2-AF7D-58EB-BFDB-1FE5D6D11989}"/>
    <pc:docChg chg="undo custSel modSld">
      <pc:chgData name="BLANCHARD Eric (ENGIE Global Markets SAS)" userId="bfa9dcd5-8af8-4f3a-9b7c-d9695800fba2" providerId="ADAL" clId="{B19D83A2-AF7D-58EB-BFDB-1FE5D6D11989}" dt="2026-06-05T09:10:36.376" v="295" actId="113"/>
      <pc:docMkLst>
        <pc:docMk/>
      </pc:docMkLst>
      <pc:sldChg chg="modSp mod">
        <pc:chgData name="BLANCHARD Eric (ENGIE Global Markets SAS)" userId="bfa9dcd5-8af8-4f3a-9b7c-d9695800fba2" providerId="ADAL" clId="{B19D83A2-AF7D-58EB-BFDB-1FE5D6D11989}" dt="2026-06-05T08:58:32.089" v="48" actId="20577"/>
        <pc:sldMkLst>
          <pc:docMk/>
          <pc:sldMk cId="0" sldId="333"/>
        </pc:sldMkLst>
        <pc:spChg chg="mod">
          <ac:chgData name="BLANCHARD Eric (ENGIE Global Markets SAS)" userId="bfa9dcd5-8af8-4f3a-9b7c-d9695800fba2" providerId="ADAL" clId="{B19D83A2-AF7D-58EB-BFDB-1FE5D6D11989}" dt="2026-06-05T08:58:02.095" v="44" actId="20577"/>
          <ac:spMkLst>
            <pc:docMk/>
            <pc:sldMk cId="0" sldId="333"/>
            <ac:spMk id="3" creationId="{00000000-0000-0000-0000-000000000000}"/>
          </ac:spMkLst>
        </pc:spChg>
        <pc:spChg chg="mod">
          <ac:chgData name="BLANCHARD Eric (ENGIE Global Markets SAS)" userId="bfa9dcd5-8af8-4f3a-9b7c-d9695800fba2" providerId="ADAL" clId="{B19D83A2-AF7D-58EB-BFDB-1FE5D6D11989}" dt="2026-06-05T08:58:32.089" v="48" actId="20577"/>
          <ac:spMkLst>
            <pc:docMk/>
            <pc:sldMk cId="0" sldId="333"/>
            <ac:spMk id="4" creationId="{00000000-0000-0000-0000-000000000000}"/>
          </ac:spMkLst>
        </pc:spChg>
      </pc:sldChg>
      <pc:sldChg chg="modSp mod">
        <pc:chgData name="BLANCHARD Eric (ENGIE Global Markets SAS)" userId="bfa9dcd5-8af8-4f3a-9b7c-d9695800fba2" providerId="ADAL" clId="{B19D83A2-AF7D-58EB-BFDB-1FE5D6D11989}" dt="2026-06-05T09:04:28.497" v="82" actId="20577"/>
        <pc:sldMkLst>
          <pc:docMk/>
          <pc:sldMk cId="0" sldId="334"/>
        </pc:sldMkLst>
        <pc:spChg chg="mod">
          <ac:chgData name="BLANCHARD Eric (ENGIE Global Markets SAS)" userId="bfa9dcd5-8af8-4f3a-9b7c-d9695800fba2" providerId="ADAL" clId="{B19D83A2-AF7D-58EB-BFDB-1FE5D6D11989}" dt="2026-06-05T09:04:28.497" v="82" actId="20577"/>
          <ac:spMkLst>
            <pc:docMk/>
            <pc:sldMk cId="0" sldId="334"/>
            <ac:spMk id="5" creationId="{00000000-0000-0000-0000-000000000000}"/>
          </ac:spMkLst>
        </pc:spChg>
        <pc:spChg chg="mod">
          <ac:chgData name="BLANCHARD Eric (ENGIE Global Markets SAS)" userId="bfa9dcd5-8af8-4f3a-9b7c-d9695800fba2" providerId="ADAL" clId="{B19D83A2-AF7D-58EB-BFDB-1FE5D6D11989}" dt="2026-06-05T09:03:37.369" v="51" actId="20577"/>
          <ac:spMkLst>
            <pc:docMk/>
            <pc:sldMk cId="0" sldId="334"/>
            <ac:spMk id="7" creationId="{612D54C9-AF84-67DA-CC54-E6EE660A2C27}"/>
          </ac:spMkLst>
        </pc:spChg>
      </pc:sldChg>
      <pc:sldChg chg="modSp mod">
        <pc:chgData name="BLANCHARD Eric (ENGIE Global Markets SAS)" userId="bfa9dcd5-8af8-4f3a-9b7c-d9695800fba2" providerId="ADAL" clId="{B19D83A2-AF7D-58EB-BFDB-1FE5D6D11989}" dt="2026-06-05T09:06:14.757" v="84" actId="20577"/>
        <pc:sldMkLst>
          <pc:docMk/>
          <pc:sldMk cId="0" sldId="335"/>
        </pc:sldMkLst>
        <pc:spChg chg="mod">
          <ac:chgData name="BLANCHARD Eric (ENGIE Global Markets SAS)" userId="bfa9dcd5-8af8-4f3a-9b7c-d9695800fba2" providerId="ADAL" clId="{B19D83A2-AF7D-58EB-BFDB-1FE5D6D11989}" dt="2026-06-05T09:06:14.757" v="84" actId="20577"/>
          <ac:spMkLst>
            <pc:docMk/>
            <pc:sldMk cId="0" sldId="335"/>
            <ac:spMk id="7" creationId="{00000000-0000-0000-0000-000000000000}"/>
          </ac:spMkLst>
        </pc:spChg>
      </pc:sldChg>
      <pc:sldChg chg="modSp mod">
        <pc:chgData name="BLANCHARD Eric (ENGIE Global Markets SAS)" userId="bfa9dcd5-8af8-4f3a-9b7c-d9695800fba2" providerId="ADAL" clId="{B19D83A2-AF7D-58EB-BFDB-1FE5D6D11989}" dt="2026-06-05T09:10:36.376" v="295" actId="113"/>
        <pc:sldMkLst>
          <pc:docMk/>
          <pc:sldMk cId="0" sldId="337"/>
        </pc:sldMkLst>
        <pc:spChg chg="mod">
          <ac:chgData name="BLANCHARD Eric (ENGIE Global Markets SAS)" userId="bfa9dcd5-8af8-4f3a-9b7c-d9695800fba2" providerId="ADAL" clId="{B19D83A2-AF7D-58EB-BFDB-1FE5D6D11989}" dt="2026-06-05T09:10:36.376" v="295" actId="113"/>
          <ac:spMkLst>
            <pc:docMk/>
            <pc:sldMk cId="0" sldId="337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67CB797-8583-41B1-B6FB-6EE659B6A6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>
                <a:latin typeface="Arial" panose="020B0604020202020204" pitchFamily="34" charset="0"/>
              </a:rPr>
              <a:t>Engie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137DD97-B607-4192-B283-63BE5D75C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0C913-E7E3-4615-AA4E-86B7A51B8394}" type="datetimeFigureOut">
              <a:rPr lang="fr-FR" smtClean="0">
                <a:latin typeface="Arial" panose="020B0604020202020204" pitchFamily="34" charset="0"/>
              </a:rPr>
              <a:t>08/06/2026</a:t>
            </a:fld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5F67BCF-B5F9-4A14-9803-4BB6BA597A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7089E7-AB11-40A6-A8A6-0F2036D3E3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4E774-27E2-4617-8C39-9918569CF7BC}" type="slidenum">
              <a:rPr lang="fr-FR" smtClean="0">
                <a:latin typeface="Arial" panose="020B0604020202020204" pitchFamily="34" charset="0"/>
              </a:rPr>
              <a:t>‹#›</a:t>
            </a:fld>
            <a:endParaRPr lang="fr-FR"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F62B338-1C47-3507-470D-14C848243C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7288" y="8806021"/>
            <a:ext cx="603423" cy="2171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83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564EAD26-5014-4118-B613-AF182E4393D3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AC4B3B3-6C2B-4D55-9F2F-72E962DCEE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7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0D41BE8-8A43-9C59-2B61-FF9816B889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1999" cy="5660019"/>
          </a:xfrm>
          <a:custGeom>
            <a:avLst/>
            <a:gdLst>
              <a:gd name="connsiteX0" fmla="*/ 0 w 12191999"/>
              <a:gd name="connsiteY0" fmla="*/ 0 h 5660019"/>
              <a:gd name="connsiteX1" fmla="*/ 12191999 w 12191999"/>
              <a:gd name="connsiteY1" fmla="*/ 0 h 5660019"/>
              <a:gd name="connsiteX2" fmla="*/ 12191999 w 12191999"/>
              <a:gd name="connsiteY2" fmla="*/ 5660019 h 5660019"/>
              <a:gd name="connsiteX3" fmla="*/ 9157061 w 12191999"/>
              <a:gd name="connsiteY3" fmla="*/ 5660019 h 5660019"/>
              <a:gd name="connsiteX4" fmla="*/ 9157061 w 12191999"/>
              <a:gd name="connsiteY4" fmla="*/ 5535909 h 5660019"/>
              <a:gd name="connsiteX5" fmla="*/ 9157061 w 12191999"/>
              <a:gd name="connsiteY5" fmla="*/ 5531453 h 5660019"/>
              <a:gd name="connsiteX6" fmla="*/ 0 w 12191999"/>
              <a:gd name="connsiteY6" fmla="*/ 5531453 h 566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660019">
                <a:moveTo>
                  <a:pt x="0" y="0"/>
                </a:moveTo>
                <a:lnTo>
                  <a:pt x="12191999" y="0"/>
                </a:lnTo>
                <a:lnTo>
                  <a:pt x="12191999" y="5660019"/>
                </a:lnTo>
                <a:lnTo>
                  <a:pt x="9157061" y="5660019"/>
                </a:lnTo>
                <a:lnTo>
                  <a:pt x="9157061" y="5535909"/>
                </a:lnTo>
                <a:lnTo>
                  <a:pt x="9157061" y="5531453"/>
                </a:lnTo>
                <a:lnTo>
                  <a:pt x="0" y="55314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30" name="Espace réservé du titre 1">
            <a:extLst>
              <a:ext uri="{FF2B5EF4-FFF2-40B4-BE49-F238E27FC236}">
                <a16:creationId xmlns:a16="http://schemas.microsoft.com/office/drawing/2014/main" id="{B1E9F394-917A-2DA6-48CB-7B4D1A56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42" y="1544576"/>
            <a:ext cx="8348552" cy="861774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23" name="Espace réservé du texte 11">
            <a:extLst>
              <a:ext uri="{FF2B5EF4-FFF2-40B4-BE49-F238E27FC236}">
                <a16:creationId xmlns:a16="http://schemas.microsoft.com/office/drawing/2014/main" id="{09AE5483-5762-2994-1BB7-81D1D80C9C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457" y="3662926"/>
            <a:ext cx="4853116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BA9BE4-F401-A855-74CD-A96F9CC4E41C}"/>
              </a:ext>
            </a:extLst>
          </p:cNvPr>
          <p:cNvSpPr/>
          <p:nvPr userDrawn="1"/>
        </p:nvSpPr>
        <p:spPr>
          <a:xfrm>
            <a:off x="0" y="5531452"/>
            <a:ext cx="9157061" cy="257138"/>
          </a:xfrm>
          <a:prstGeom prst="rect">
            <a:avLst/>
          </a:prstGeom>
          <a:gradFill flip="none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5835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 (blu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F8971B3-5B54-4B17-AF0B-B39EAED934A6}"/>
              </a:ext>
            </a:extLst>
          </p:cNvPr>
          <p:cNvSpPr/>
          <p:nvPr userDrawn="1"/>
        </p:nvSpPr>
        <p:spPr>
          <a:xfrm>
            <a:off x="0" y="1"/>
            <a:ext cx="12192000" cy="56600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10F3B108-3CE1-4D6F-AAD5-4C0888A1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42" y="1544576"/>
            <a:ext cx="8348552" cy="861774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C22D1CAE-0A4C-4C51-B6EA-813008533A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43457" y="3662926"/>
            <a:ext cx="4853116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43D9F7-B93C-5B67-3426-974C10495098}"/>
              </a:ext>
            </a:extLst>
          </p:cNvPr>
          <p:cNvSpPr/>
          <p:nvPr userDrawn="1"/>
        </p:nvSpPr>
        <p:spPr>
          <a:xfrm>
            <a:off x="0" y="5531452"/>
            <a:ext cx="9157061" cy="257138"/>
          </a:xfrm>
          <a:prstGeom prst="rect">
            <a:avLst/>
          </a:prstGeom>
          <a:gradFill flip="none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DB4D85AE-3C35-E16D-B737-00D57023FF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2270" y="4482176"/>
            <a:ext cx="1467461" cy="53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 (green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291196B-2C2A-3A77-85AA-715BE9E8F3F8}"/>
              </a:ext>
            </a:extLst>
          </p:cNvPr>
          <p:cNvSpPr/>
          <p:nvPr userDrawn="1"/>
        </p:nvSpPr>
        <p:spPr>
          <a:xfrm>
            <a:off x="0" y="1"/>
            <a:ext cx="12192000" cy="56600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10F3B108-3CE1-4D6F-AAD5-4C0888A1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42" y="1544576"/>
            <a:ext cx="8348552" cy="86177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26" name="Espace réservé du texte 11">
            <a:extLst>
              <a:ext uri="{FF2B5EF4-FFF2-40B4-BE49-F238E27FC236}">
                <a16:creationId xmlns:a16="http://schemas.microsoft.com/office/drawing/2014/main" id="{AC7DBAEB-5019-B3E8-666A-8362470008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43457" y="3662926"/>
            <a:ext cx="4853116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C14A87-EE06-1F42-568C-B59F7048F08F}"/>
              </a:ext>
            </a:extLst>
          </p:cNvPr>
          <p:cNvSpPr/>
          <p:nvPr userDrawn="1"/>
        </p:nvSpPr>
        <p:spPr>
          <a:xfrm>
            <a:off x="0" y="5531452"/>
            <a:ext cx="9157061" cy="257138"/>
          </a:xfrm>
          <a:prstGeom prst="rect">
            <a:avLst/>
          </a:prstGeom>
          <a:gradFill flip="none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4342892D-8E66-B349-4F65-227D024EBA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2270" y="4482176"/>
            <a:ext cx="1467461" cy="53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76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279688E9-79BF-4A24-6D97-49FD7BAB4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 anchorCtr="0"/>
          <a:lstStyle>
            <a:lvl1pPr>
              <a:lnSpc>
                <a:spcPct val="95000"/>
              </a:lnSpc>
              <a:defRPr sz="2500"/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12965-B556-498A-8FD9-20D33996CE4F}"/>
              </a:ext>
            </a:extLst>
          </p:cNvPr>
          <p:cNvCxnSpPr/>
          <p:nvPr userDrawn="1"/>
        </p:nvCxnSpPr>
        <p:spPr>
          <a:xfrm>
            <a:off x="0" y="890167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26">
            <a:extLst>
              <a:ext uri="{FF2B5EF4-FFF2-40B4-BE49-F238E27FC236}">
                <a16:creationId xmlns:a16="http://schemas.microsoft.com/office/drawing/2014/main" id="{615A44B0-6E89-4733-91D2-0945757FEB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3520" y="2043809"/>
            <a:ext cx="1838580" cy="307777"/>
          </a:xfrm>
          <a:prstGeom prst="rect">
            <a:avLst/>
          </a:prstGeom>
        </p:spPr>
        <p:txBody>
          <a:bodyPr wrap="none" anchor="b" anchorCtr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err="1"/>
              <a:t>Titre</a:t>
            </a:r>
            <a:r>
              <a:rPr lang="en-US" noProof="0"/>
              <a:t> du </a:t>
            </a:r>
            <a:r>
              <a:rPr lang="en-US" noProof="0" err="1"/>
              <a:t>chapitre</a:t>
            </a:r>
            <a:endParaRPr lang="en-US" noProof="0"/>
          </a:p>
        </p:txBody>
      </p:sp>
      <p:sp>
        <p:nvSpPr>
          <p:cNvPr id="14" name="Espace réservé du texte 26">
            <a:extLst>
              <a:ext uri="{FF2B5EF4-FFF2-40B4-BE49-F238E27FC236}">
                <a16:creationId xmlns:a16="http://schemas.microsoft.com/office/drawing/2014/main" id="{1DD0599C-1921-47BA-9B44-F0954A4F9B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9722" y="2249067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information </a:t>
            </a:r>
            <a:r>
              <a:rPr lang="en-US" noProof="0" err="1"/>
              <a:t>complémentaire</a:t>
            </a:r>
            <a:endParaRPr lang="en-US" noProof="0"/>
          </a:p>
        </p:txBody>
      </p:sp>
      <p:sp>
        <p:nvSpPr>
          <p:cNvPr id="13" name="Espace réservé du texte 26">
            <a:extLst>
              <a:ext uri="{FF2B5EF4-FFF2-40B4-BE49-F238E27FC236}">
                <a16:creationId xmlns:a16="http://schemas.microsoft.com/office/drawing/2014/main" id="{24CACEE7-33A0-4B90-BD78-372E43E512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69129" y="1974557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8" name="Espace réservé du texte 26">
            <a:extLst>
              <a:ext uri="{FF2B5EF4-FFF2-40B4-BE49-F238E27FC236}">
                <a16:creationId xmlns:a16="http://schemas.microsoft.com/office/drawing/2014/main" id="{C1125814-0E7E-4FC6-964D-D66E5FCE57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93520" y="2949202"/>
            <a:ext cx="1838580" cy="307777"/>
          </a:xfrm>
          <a:prstGeom prst="rect">
            <a:avLst/>
          </a:prstGeom>
        </p:spPr>
        <p:txBody>
          <a:bodyPr wrap="none" anchor="b" anchorCtr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err="1"/>
              <a:t>Titre</a:t>
            </a:r>
            <a:r>
              <a:rPr lang="en-US" noProof="0"/>
              <a:t> du </a:t>
            </a:r>
            <a:r>
              <a:rPr lang="en-US" noProof="0" err="1"/>
              <a:t>chapitre</a:t>
            </a:r>
            <a:endParaRPr lang="en-US" noProof="0"/>
          </a:p>
        </p:txBody>
      </p:sp>
      <p:sp>
        <p:nvSpPr>
          <p:cNvPr id="17" name="Espace réservé du texte 26">
            <a:extLst>
              <a:ext uri="{FF2B5EF4-FFF2-40B4-BE49-F238E27FC236}">
                <a16:creationId xmlns:a16="http://schemas.microsoft.com/office/drawing/2014/main" id="{364D430B-463E-4695-95DE-028D23FA5B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9722" y="3154460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information complémentaire</a:t>
            </a:r>
          </a:p>
        </p:txBody>
      </p:sp>
      <p:sp>
        <p:nvSpPr>
          <p:cNvPr id="16" name="Espace réservé du texte 26">
            <a:extLst>
              <a:ext uri="{FF2B5EF4-FFF2-40B4-BE49-F238E27FC236}">
                <a16:creationId xmlns:a16="http://schemas.microsoft.com/office/drawing/2014/main" id="{7693AF9D-365D-45DE-A221-58D1EE4E14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69129" y="2879950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90BEB854-DBA8-4CF6-9783-FE19C6575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93520" y="3876741"/>
            <a:ext cx="1838580" cy="307777"/>
          </a:xfrm>
          <a:prstGeom prst="rect">
            <a:avLst/>
          </a:prstGeom>
        </p:spPr>
        <p:txBody>
          <a:bodyPr wrap="none" anchor="b" anchorCtr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Titre du chapitre</a:t>
            </a:r>
          </a:p>
        </p:txBody>
      </p:sp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34E38AAA-2D02-491E-BA59-59DDA7C300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9722" y="4081999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information complémentaire</a:t>
            </a:r>
          </a:p>
        </p:txBody>
      </p:sp>
      <p:sp>
        <p:nvSpPr>
          <p:cNvPr id="19" name="Espace réservé du texte 26">
            <a:extLst>
              <a:ext uri="{FF2B5EF4-FFF2-40B4-BE49-F238E27FC236}">
                <a16:creationId xmlns:a16="http://schemas.microsoft.com/office/drawing/2014/main" id="{0A04B0AE-6C8D-43D9-9DA1-6AEA3EFE17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9129" y="3807489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4" name="Espace réservé du texte 26">
            <a:extLst>
              <a:ext uri="{FF2B5EF4-FFF2-40B4-BE49-F238E27FC236}">
                <a16:creationId xmlns:a16="http://schemas.microsoft.com/office/drawing/2014/main" id="{184BCBA6-CDDC-4134-AEF3-B9CB619564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3520" y="4783275"/>
            <a:ext cx="1838580" cy="307777"/>
          </a:xfrm>
          <a:prstGeom prst="rect">
            <a:avLst/>
          </a:prstGeom>
        </p:spPr>
        <p:txBody>
          <a:bodyPr wrap="none" anchor="b" anchorCtr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Titre du chapitre</a:t>
            </a:r>
          </a:p>
        </p:txBody>
      </p:sp>
      <p:sp>
        <p:nvSpPr>
          <p:cNvPr id="23" name="Espace réservé du texte 26">
            <a:extLst>
              <a:ext uri="{FF2B5EF4-FFF2-40B4-BE49-F238E27FC236}">
                <a16:creationId xmlns:a16="http://schemas.microsoft.com/office/drawing/2014/main" id="{1CA142FE-3D9B-44AB-A8F3-187CFAFAD6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39722" y="4988533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information complémentaire</a:t>
            </a:r>
          </a:p>
        </p:txBody>
      </p:sp>
      <p:sp>
        <p:nvSpPr>
          <p:cNvPr id="22" name="Espace réservé du texte 26">
            <a:extLst>
              <a:ext uri="{FF2B5EF4-FFF2-40B4-BE49-F238E27FC236}">
                <a16:creationId xmlns:a16="http://schemas.microsoft.com/office/drawing/2014/main" id="{BA3EE6DE-1BA8-43A7-ADD1-29CD4F21CC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9129" y="4714023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770BEFA4-581A-4759-8605-C6AF6C4085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51929" y="2043809"/>
            <a:ext cx="1838580" cy="307777"/>
          </a:xfrm>
          <a:prstGeom prst="rect">
            <a:avLst/>
          </a:prstGeom>
        </p:spPr>
        <p:txBody>
          <a:bodyPr wrap="none" anchor="b" anchorCtr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Titre du chapitre</a:t>
            </a:r>
          </a:p>
        </p:txBody>
      </p:sp>
      <p:sp>
        <p:nvSpPr>
          <p:cNvPr id="26" name="Espace réservé du texte 26">
            <a:extLst>
              <a:ext uri="{FF2B5EF4-FFF2-40B4-BE49-F238E27FC236}">
                <a16:creationId xmlns:a16="http://schemas.microsoft.com/office/drawing/2014/main" id="{61F66FFE-67C9-4B56-8324-EF6BDFE32E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98131" y="2249067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information complémentaire</a:t>
            </a:r>
          </a:p>
        </p:txBody>
      </p:sp>
      <p:sp>
        <p:nvSpPr>
          <p:cNvPr id="25" name="Espace réservé du texte 26">
            <a:extLst>
              <a:ext uri="{FF2B5EF4-FFF2-40B4-BE49-F238E27FC236}">
                <a16:creationId xmlns:a16="http://schemas.microsoft.com/office/drawing/2014/main" id="{64728F90-9961-40D7-ADE3-000E176AFF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7538" y="1974557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0" name="Espace réservé du texte 26">
            <a:extLst>
              <a:ext uri="{FF2B5EF4-FFF2-40B4-BE49-F238E27FC236}">
                <a16:creationId xmlns:a16="http://schemas.microsoft.com/office/drawing/2014/main" id="{5EB5C6CD-1AB5-462B-8ECE-62054284C4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51929" y="2949202"/>
            <a:ext cx="1838580" cy="307777"/>
          </a:xfrm>
          <a:prstGeom prst="rect">
            <a:avLst/>
          </a:prstGeom>
        </p:spPr>
        <p:txBody>
          <a:bodyPr wrap="none" anchor="b" anchorCtr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Titre du chapitre</a:t>
            </a:r>
          </a:p>
        </p:txBody>
      </p:sp>
      <p:sp>
        <p:nvSpPr>
          <p:cNvPr id="29" name="Espace réservé du texte 26">
            <a:extLst>
              <a:ext uri="{FF2B5EF4-FFF2-40B4-BE49-F238E27FC236}">
                <a16:creationId xmlns:a16="http://schemas.microsoft.com/office/drawing/2014/main" id="{88D570F5-9141-4173-B1A7-2A1E8ABCE4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8131" y="3154460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information complémentaire</a:t>
            </a:r>
          </a:p>
        </p:txBody>
      </p:sp>
      <p:sp>
        <p:nvSpPr>
          <p:cNvPr id="28" name="Espace réservé du texte 26">
            <a:extLst>
              <a:ext uri="{FF2B5EF4-FFF2-40B4-BE49-F238E27FC236}">
                <a16:creationId xmlns:a16="http://schemas.microsoft.com/office/drawing/2014/main" id="{0DC42330-EAE2-49DE-BF3A-315F8F22655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27538" y="2879950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3" name="Espace réservé du texte 26">
            <a:extLst>
              <a:ext uri="{FF2B5EF4-FFF2-40B4-BE49-F238E27FC236}">
                <a16:creationId xmlns:a16="http://schemas.microsoft.com/office/drawing/2014/main" id="{1E06401C-90FC-474B-955D-3DA7848F08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51929" y="3876741"/>
            <a:ext cx="1838580" cy="307777"/>
          </a:xfrm>
          <a:prstGeom prst="rect">
            <a:avLst/>
          </a:prstGeom>
        </p:spPr>
        <p:txBody>
          <a:bodyPr wrap="none" anchor="b" anchorCtr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Titre du chapitre</a:t>
            </a:r>
          </a:p>
        </p:txBody>
      </p:sp>
      <p:sp>
        <p:nvSpPr>
          <p:cNvPr id="32" name="Espace réservé du texte 26">
            <a:extLst>
              <a:ext uri="{FF2B5EF4-FFF2-40B4-BE49-F238E27FC236}">
                <a16:creationId xmlns:a16="http://schemas.microsoft.com/office/drawing/2014/main" id="{027CC24C-CBD9-47AF-B3FC-B05FD537C7F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98131" y="4081999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information complémentaire</a:t>
            </a:r>
          </a:p>
        </p:txBody>
      </p:sp>
      <p:sp>
        <p:nvSpPr>
          <p:cNvPr id="31" name="Espace réservé du texte 26">
            <a:extLst>
              <a:ext uri="{FF2B5EF4-FFF2-40B4-BE49-F238E27FC236}">
                <a16:creationId xmlns:a16="http://schemas.microsoft.com/office/drawing/2014/main" id="{814B6700-A687-4F5F-879A-807CA2B3B2E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527538" y="3807489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6" name="Espace réservé du texte 26">
            <a:extLst>
              <a:ext uri="{FF2B5EF4-FFF2-40B4-BE49-F238E27FC236}">
                <a16:creationId xmlns:a16="http://schemas.microsoft.com/office/drawing/2014/main" id="{BB399784-B415-4005-889F-EEEC498D6E3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1929" y="4783275"/>
            <a:ext cx="1838580" cy="307777"/>
          </a:xfrm>
          <a:prstGeom prst="rect">
            <a:avLst/>
          </a:prstGeom>
        </p:spPr>
        <p:txBody>
          <a:bodyPr wrap="none" anchor="b" anchorCtr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Titre du chapitre</a:t>
            </a:r>
          </a:p>
        </p:txBody>
      </p:sp>
      <p:sp>
        <p:nvSpPr>
          <p:cNvPr id="35" name="Espace réservé du texte 26">
            <a:extLst>
              <a:ext uri="{FF2B5EF4-FFF2-40B4-BE49-F238E27FC236}">
                <a16:creationId xmlns:a16="http://schemas.microsoft.com/office/drawing/2014/main" id="{47585CE7-6316-4828-B3DF-CB274927576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131" y="4988533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information complémentaire</a:t>
            </a:r>
          </a:p>
        </p:txBody>
      </p:sp>
      <p:sp>
        <p:nvSpPr>
          <p:cNvPr id="34" name="Espace réservé du texte 26">
            <a:extLst>
              <a:ext uri="{FF2B5EF4-FFF2-40B4-BE49-F238E27FC236}">
                <a16:creationId xmlns:a16="http://schemas.microsoft.com/office/drawing/2014/main" id="{93FB19A3-E5D8-4E8E-A06D-80CA1D7683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527538" y="4714023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BC023B-80EF-A880-B643-AA823273E9BE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1E7CEE1-25FB-2926-FD1F-2E30762ED458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pPr algn="r"/>
            <a:fld id="{2522F7C4-BB3C-47E5-8BE8-65D6820486A8}" type="datetime1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EB3929-A6B4-87F4-3A4F-77C00E557276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92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3E9CB0F-FE28-476B-99CE-E98B82279D6E}"/>
              </a:ext>
            </a:extLst>
          </p:cNvPr>
          <p:cNvSpPr/>
          <p:nvPr userDrawn="1"/>
        </p:nvSpPr>
        <p:spPr>
          <a:xfrm>
            <a:off x="369887" y="375138"/>
            <a:ext cx="11822113" cy="2398613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535367-D0EC-44EC-837B-EED656EC4AAE}"/>
              </a:ext>
            </a:extLst>
          </p:cNvPr>
          <p:cNvSpPr/>
          <p:nvPr userDrawn="1"/>
        </p:nvSpPr>
        <p:spPr>
          <a:xfrm>
            <a:off x="0" y="2550072"/>
            <a:ext cx="3048001" cy="447357"/>
          </a:xfrm>
          <a:prstGeom prst="rect">
            <a:avLst/>
          </a:prstGeom>
          <a:gradFill flip="none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1" name="Titre 17">
            <a:extLst>
              <a:ext uri="{FF2B5EF4-FFF2-40B4-BE49-F238E27FC236}">
                <a16:creationId xmlns:a16="http://schemas.microsoft.com/office/drawing/2014/main" id="{79E9E6B7-3D3C-D34F-B8D9-529F5742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869" y="3146051"/>
            <a:ext cx="7375541" cy="646331"/>
          </a:xfrm>
        </p:spPr>
        <p:txBody>
          <a:bodyPr wrap="square" anchor="t" anchorCtr="0">
            <a:spAutoFit/>
          </a:bodyPr>
          <a:lstStyle>
            <a:lvl1pPr algn="r">
              <a:defRPr sz="36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2" name="Espace réservé du texte 19">
            <a:extLst>
              <a:ext uri="{FF2B5EF4-FFF2-40B4-BE49-F238E27FC236}">
                <a16:creationId xmlns:a16="http://schemas.microsoft.com/office/drawing/2014/main" id="{F4C3FFD8-AC3F-2B41-8663-BE489030FF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2673" y="3936876"/>
            <a:ext cx="5138737" cy="40011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AF2BBCCF-8CD9-1609-5FFE-ECB0580F04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2270" y="4846715"/>
            <a:ext cx="1467461" cy="53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761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74CF265-7DCC-E39B-6872-649E10D3F8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9888" y="367166"/>
            <a:ext cx="11822112" cy="2398612"/>
          </a:xfrm>
          <a:custGeom>
            <a:avLst/>
            <a:gdLst>
              <a:gd name="connsiteX0" fmla="*/ 0 w 11822112"/>
              <a:gd name="connsiteY0" fmla="*/ 0 h 2398612"/>
              <a:gd name="connsiteX1" fmla="*/ 11822112 w 11822112"/>
              <a:gd name="connsiteY1" fmla="*/ 0 h 2398612"/>
              <a:gd name="connsiteX2" fmla="*/ 11822112 w 11822112"/>
              <a:gd name="connsiteY2" fmla="*/ 2398612 h 2398612"/>
              <a:gd name="connsiteX3" fmla="*/ 2678113 w 11822112"/>
              <a:gd name="connsiteY3" fmla="*/ 2398612 h 2398612"/>
              <a:gd name="connsiteX4" fmla="*/ 2678113 w 11822112"/>
              <a:gd name="connsiteY4" fmla="*/ 2182906 h 2398612"/>
              <a:gd name="connsiteX5" fmla="*/ 0 w 11822112"/>
              <a:gd name="connsiteY5" fmla="*/ 2182906 h 2398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22112" h="2398612">
                <a:moveTo>
                  <a:pt x="0" y="0"/>
                </a:moveTo>
                <a:lnTo>
                  <a:pt x="11822112" y="0"/>
                </a:lnTo>
                <a:lnTo>
                  <a:pt x="11822112" y="2398612"/>
                </a:lnTo>
                <a:lnTo>
                  <a:pt x="2678113" y="2398612"/>
                </a:lnTo>
                <a:lnTo>
                  <a:pt x="2678113" y="2182906"/>
                </a:lnTo>
                <a:lnTo>
                  <a:pt x="0" y="218290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3975D4B-C20A-B1EA-3E64-B6C592000F75}"/>
              </a:ext>
            </a:extLst>
          </p:cNvPr>
          <p:cNvSpPr/>
          <p:nvPr userDrawn="1"/>
        </p:nvSpPr>
        <p:spPr>
          <a:xfrm>
            <a:off x="0" y="2550072"/>
            <a:ext cx="3048001" cy="447357"/>
          </a:xfrm>
          <a:prstGeom prst="rect">
            <a:avLst/>
          </a:prstGeom>
          <a:gradFill flip="none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Titre 17">
            <a:extLst>
              <a:ext uri="{FF2B5EF4-FFF2-40B4-BE49-F238E27FC236}">
                <a16:creationId xmlns:a16="http://schemas.microsoft.com/office/drawing/2014/main" id="{98D576CC-5E45-1E46-9178-EBDD1FAB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869" y="3146051"/>
            <a:ext cx="7375541" cy="646331"/>
          </a:xfrm>
        </p:spPr>
        <p:txBody>
          <a:bodyPr wrap="square" anchor="t" anchorCtr="0">
            <a:spAutoFit/>
          </a:bodyPr>
          <a:lstStyle>
            <a:lvl1pPr algn="r">
              <a:defRPr sz="36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25" name="Espace réservé du texte 19">
            <a:extLst>
              <a:ext uri="{FF2B5EF4-FFF2-40B4-BE49-F238E27FC236}">
                <a16:creationId xmlns:a16="http://schemas.microsoft.com/office/drawing/2014/main" id="{A2C65254-120E-E941-8C75-C23177BD76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2673" y="3936876"/>
            <a:ext cx="5138737" cy="40011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3D5C5C76-628F-0BFB-126B-7375B28B13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2270" y="4846715"/>
            <a:ext cx="1467461" cy="53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41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3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3E9CB0F-FE28-476B-99CE-E98B82279D6E}"/>
              </a:ext>
            </a:extLst>
          </p:cNvPr>
          <p:cNvSpPr/>
          <p:nvPr userDrawn="1"/>
        </p:nvSpPr>
        <p:spPr>
          <a:xfrm>
            <a:off x="369887" y="375138"/>
            <a:ext cx="11822113" cy="3053861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535367-D0EC-44EC-837B-EED656EC4AAE}"/>
              </a:ext>
            </a:extLst>
          </p:cNvPr>
          <p:cNvSpPr/>
          <p:nvPr userDrawn="1"/>
        </p:nvSpPr>
        <p:spPr>
          <a:xfrm>
            <a:off x="-1" y="3196388"/>
            <a:ext cx="3048001" cy="447357"/>
          </a:xfrm>
          <a:prstGeom prst="rect">
            <a:avLst/>
          </a:prstGeom>
          <a:gradFill flip="none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8" name="Titre 17">
            <a:extLst>
              <a:ext uri="{FF2B5EF4-FFF2-40B4-BE49-F238E27FC236}">
                <a16:creationId xmlns:a16="http://schemas.microsoft.com/office/drawing/2014/main" id="{1E187ED4-571F-4EC5-86B0-CB95DC950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8786" y="3749869"/>
            <a:ext cx="5257800" cy="538609"/>
          </a:xfrm>
        </p:spPr>
        <p:txBody>
          <a:bodyPr anchor="t" anchorCtr="0">
            <a:spAutoFit/>
          </a:bodyPr>
          <a:lstStyle>
            <a:lvl1pPr algn="r">
              <a:defRPr sz="29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A19CF048-B97F-4AAE-95BE-9C8DF1F821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00" y="2044800"/>
            <a:ext cx="2710800" cy="190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5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483F5BA-6A4B-4167-9553-012D4EB5CB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87849" y="4714218"/>
            <a:ext cx="5138737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CC6ADB0-D2A8-78C7-14DC-00517F990D9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A9D6F5-C271-10E0-A22D-B3349F27D40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/>
            <a:fld id="{07806D04-ABC2-4C0C-834F-75E6A92085DC}" type="datetime1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536F1CA-DBEA-2086-D150-77D3AB207B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72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A061EEA-5A93-4C55-98D0-E904AE5B56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9888" y="367166"/>
            <a:ext cx="11822112" cy="3061834"/>
          </a:xfrm>
          <a:custGeom>
            <a:avLst/>
            <a:gdLst>
              <a:gd name="connsiteX0" fmla="*/ 0 w 11822112"/>
              <a:gd name="connsiteY0" fmla="*/ 0 h 3061834"/>
              <a:gd name="connsiteX1" fmla="*/ 11822112 w 11822112"/>
              <a:gd name="connsiteY1" fmla="*/ 0 h 3061834"/>
              <a:gd name="connsiteX2" fmla="*/ 11822112 w 11822112"/>
              <a:gd name="connsiteY2" fmla="*/ 3061834 h 3061834"/>
              <a:gd name="connsiteX3" fmla="*/ 2678112 w 11822112"/>
              <a:gd name="connsiteY3" fmla="*/ 3061834 h 3061834"/>
              <a:gd name="connsiteX4" fmla="*/ 2678112 w 11822112"/>
              <a:gd name="connsiteY4" fmla="*/ 2829222 h 3061834"/>
              <a:gd name="connsiteX5" fmla="*/ 0 w 11822112"/>
              <a:gd name="connsiteY5" fmla="*/ 2829222 h 306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22112" h="3061834">
                <a:moveTo>
                  <a:pt x="0" y="0"/>
                </a:moveTo>
                <a:lnTo>
                  <a:pt x="11822112" y="0"/>
                </a:lnTo>
                <a:lnTo>
                  <a:pt x="11822112" y="3061834"/>
                </a:lnTo>
                <a:lnTo>
                  <a:pt x="2678112" y="3061834"/>
                </a:lnTo>
                <a:lnTo>
                  <a:pt x="2678112" y="2829222"/>
                </a:lnTo>
                <a:lnTo>
                  <a:pt x="0" y="282922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AEAFEC-1FF9-44DC-B8D9-017A45799F15}"/>
              </a:ext>
            </a:extLst>
          </p:cNvPr>
          <p:cNvSpPr/>
          <p:nvPr userDrawn="1"/>
        </p:nvSpPr>
        <p:spPr>
          <a:xfrm>
            <a:off x="-1" y="3196388"/>
            <a:ext cx="3048001" cy="447357"/>
          </a:xfrm>
          <a:prstGeom prst="rect">
            <a:avLst/>
          </a:prstGeom>
          <a:gradFill flip="none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7" name="Titre 17">
            <a:extLst>
              <a:ext uri="{FF2B5EF4-FFF2-40B4-BE49-F238E27FC236}">
                <a16:creationId xmlns:a16="http://schemas.microsoft.com/office/drawing/2014/main" id="{C853C810-4BF9-4B34-A6B4-B185503F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8786" y="3749869"/>
            <a:ext cx="5257800" cy="538609"/>
          </a:xfrm>
        </p:spPr>
        <p:txBody>
          <a:bodyPr anchor="t" anchorCtr="0">
            <a:spAutoFit/>
          </a:bodyPr>
          <a:lstStyle>
            <a:lvl1pPr algn="r">
              <a:defRPr sz="29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57AF2F9E-E714-4652-A008-A68480F9E2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2044800"/>
            <a:ext cx="2710800" cy="190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5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8" name="Espace réservé du texte 19">
            <a:extLst>
              <a:ext uri="{FF2B5EF4-FFF2-40B4-BE49-F238E27FC236}">
                <a16:creationId xmlns:a16="http://schemas.microsoft.com/office/drawing/2014/main" id="{7C0D9627-3AE6-41EF-A0D8-14474E747E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87849" y="4714218"/>
            <a:ext cx="5138737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7AAA0A-40FE-139C-0131-45CE40E12DC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680E2A5-4ABE-F75B-645F-7A652BBD42A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/>
            <a:fld id="{B7479403-C09F-465B-97A0-699B7DD38BA1}" type="datetime1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9EAA9F-0A0D-789B-36FB-FE8D7EB858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92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0535367-D0EC-44EC-837B-EED656EC4AAE}"/>
              </a:ext>
            </a:extLst>
          </p:cNvPr>
          <p:cNvSpPr/>
          <p:nvPr userDrawn="1"/>
        </p:nvSpPr>
        <p:spPr>
          <a:xfrm>
            <a:off x="0" y="1699059"/>
            <a:ext cx="2879400" cy="335482"/>
          </a:xfrm>
          <a:prstGeom prst="rect">
            <a:avLst/>
          </a:prstGeom>
          <a:gradFill flip="none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8" name="Titre 17">
            <a:extLst>
              <a:ext uri="{FF2B5EF4-FFF2-40B4-BE49-F238E27FC236}">
                <a16:creationId xmlns:a16="http://schemas.microsoft.com/office/drawing/2014/main" id="{1E187ED4-571F-4EC5-86B0-CB95DC950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39" y="2632285"/>
            <a:ext cx="5248260" cy="461665"/>
          </a:xfrm>
        </p:spPr>
        <p:txBody>
          <a:bodyPr wrap="square" anchor="t" anchorCtr="0">
            <a:spAutoFit/>
          </a:bodyPr>
          <a:lstStyle>
            <a:lvl1pPr algn="l">
              <a:defRPr sz="24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A19CF048-B97F-4AAE-95BE-9C8DF1F821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0039" y="650340"/>
            <a:ext cx="2710800" cy="15696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BF5B873-CBDC-D94E-8806-2825D67CB962}"/>
              </a:ext>
            </a:extLst>
          </p:cNvPr>
          <p:cNvCxnSpPr/>
          <p:nvPr userDrawn="1"/>
        </p:nvCxnSpPr>
        <p:spPr>
          <a:xfrm>
            <a:off x="0" y="4143250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483F5BA-6A4B-4167-9553-012D4EB5CB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32907" y="4480310"/>
            <a:ext cx="5138737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24243E3-25FF-1E21-133B-EB589754327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CA3FACD-42FE-6181-5765-C4EEE614F4A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/>
            <a:fld id="{D360DAA8-03A0-49AF-9A65-6234C4F3B761}" type="datetime1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0E1BB3-D8A6-70CD-4101-7F2E8079DCB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8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3 (with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0535367-D0EC-44EC-837B-EED656EC4AAE}"/>
              </a:ext>
            </a:extLst>
          </p:cNvPr>
          <p:cNvSpPr/>
          <p:nvPr userDrawn="1"/>
        </p:nvSpPr>
        <p:spPr>
          <a:xfrm>
            <a:off x="0" y="1699059"/>
            <a:ext cx="2879400" cy="335482"/>
          </a:xfrm>
          <a:prstGeom prst="rect">
            <a:avLst/>
          </a:prstGeom>
          <a:gradFill flip="none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8" name="Titre 17">
            <a:extLst>
              <a:ext uri="{FF2B5EF4-FFF2-40B4-BE49-F238E27FC236}">
                <a16:creationId xmlns:a16="http://schemas.microsoft.com/office/drawing/2014/main" id="{1E187ED4-571F-4EC5-86B0-CB95DC950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39" y="2632285"/>
            <a:ext cx="5248260" cy="461665"/>
          </a:xfrm>
        </p:spPr>
        <p:txBody>
          <a:bodyPr wrap="square" anchor="t" anchorCtr="0">
            <a:spAutoFit/>
          </a:bodyPr>
          <a:lstStyle>
            <a:lvl1pPr algn="l">
              <a:defRPr sz="24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A19CF048-B97F-4AAE-95BE-9C8DF1F821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0039" y="650340"/>
            <a:ext cx="2710800" cy="15696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51AFF40F-026E-104E-8340-6CD4A5397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68338" y="584340"/>
            <a:ext cx="6423662" cy="250961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BF5B873-CBDC-D94E-8806-2825D67CB962}"/>
              </a:ext>
            </a:extLst>
          </p:cNvPr>
          <p:cNvCxnSpPr/>
          <p:nvPr userDrawn="1"/>
        </p:nvCxnSpPr>
        <p:spPr>
          <a:xfrm>
            <a:off x="0" y="4143250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483F5BA-6A4B-4167-9553-012D4EB5CB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32907" y="4480310"/>
            <a:ext cx="5138737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245EE58-3806-9532-AFDC-D331347F4F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FF057E3-3618-A909-A71C-25276002DA3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/>
            <a:fld id="{95F0E21A-B0F0-472B-983C-BD91328AC667}" type="datetime1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3CE9276-4D76-D21E-FD61-7C7F646C96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6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text, bulle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E2015A8-D1D7-D435-9311-AD713DA8D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 anchorCtr="0"/>
          <a:lstStyle>
            <a:lvl1pPr>
              <a:lnSpc>
                <a:spcPct val="95000"/>
              </a:lnSpc>
              <a:defRPr sz="2500"/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12965-B556-498A-8FD9-20D33996CE4F}"/>
              </a:ext>
            </a:extLst>
          </p:cNvPr>
          <p:cNvCxnSpPr/>
          <p:nvPr userDrawn="1"/>
        </p:nvCxn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112" y="1688399"/>
            <a:ext cx="4930022" cy="323165"/>
          </a:xfrm>
          <a:prstGeom prst="rect">
            <a:avLst/>
          </a:prstGeom>
        </p:spPr>
        <p:txBody>
          <a:bodyPr/>
          <a:lstStyle>
            <a:lvl1pPr marL="180000" indent="-180000">
              <a:buSzPct val="50000"/>
              <a:buFontTx/>
              <a:buBlip>
                <a:blip r:embed="rId2"/>
              </a:buBlip>
              <a:defRPr sz="1500" spc="20" baseline="0"/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7021FC4C-3EF8-47A7-B0F9-8C0C9A27AA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016" y="4730119"/>
            <a:ext cx="4001632" cy="33342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BD79AD-DE08-3B16-29E8-B282D7D353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50B164-152B-7F76-B6E5-B259E86BA1D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/>
            <a:fld id="{58F51711-5769-49D1-8B2C-84F0E539B463}" type="datetime1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0E6AB6-6A55-B69A-97CF-C4B350F8AC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05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text, 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2E9BE4B-EE61-53BD-CBBC-154396B0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 anchorCtr="0"/>
          <a:lstStyle>
            <a:lvl1pPr>
              <a:lnSpc>
                <a:spcPct val="95000"/>
              </a:lnSpc>
              <a:defRPr sz="2500"/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12965-B556-498A-8FD9-20D33996CE4F}"/>
              </a:ext>
            </a:extLst>
          </p:cNvPr>
          <p:cNvCxnSpPr/>
          <p:nvPr userDrawn="1"/>
        </p:nvCxn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6824" y="1553797"/>
            <a:ext cx="11563226" cy="3231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00"/>
              </a:spcBef>
              <a:buSzPct val="50000"/>
              <a:buFontTx/>
              <a:buNone/>
              <a:defRPr sz="1500" spc="20" baseline="0"/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30989E-BEC2-416F-BC6D-DE1C56CD9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6106" y="3712957"/>
            <a:ext cx="9633943" cy="323165"/>
          </a:xfrm>
          <a:prstGeom prst="rect">
            <a:avLst/>
          </a:prstGeom>
          <a:noFill/>
        </p:spPr>
        <p:txBody>
          <a:bodyPr lIns="144000" anchor="ctr"/>
          <a:lstStyle>
            <a:lvl1pPr marL="0" indent="0" algn="l" defTabSz="914400" rtl="0" eaLnBrk="1" latinLnBrk="0" hangingPunct="1">
              <a:buNone/>
              <a:defRPr lang="en-US" sz="1500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2C19B9-9323-C452-857F-0AC1982D11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03719BA-09A0-C0E3-29B6-186F44BDA3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/>
            <a:fld id="{E54C647A-5F2C-4009-8148-FE6491E2931D}" type="datetime1">
              <a:rPr lang="fr-FR" smtClean="0"/>
              <a:t>08/06/2026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F5CD0A-A9BB-6F07-D40A-54333D52B3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39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s (with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AD3BD1D-8EBD-D350-812C-2627D2FDD5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7188" y="368300"/>
            <a:ext cx="11834812" cy="3060700"/>
          </a:xfrm>
          <a:custGeom>
            <a:avLst/>
            <a:gdLst>
              <a:gd name="connsiteX0" fmla="*/ 0 w 11834812"/>
              <a:gd name="connsiteY0" fmla="*/ 0 h 3060700"/>
              <a:gd name="connsiteX1" fmla="*/ 11834812 w 11834812"/>
              <a:gd name="connsiteY1" fmla="*/ 0 h 3060700"/>
              <a:gd name="connsiteX2" fmla="*/ 11834812 w 11834812"/>
              <a:gd name="connsiteY2" fmla="*/ 3060700 h 3060700"/>
              <a:gd name="connsiteX3" fmla="*/ 6856412 w 11834812"/>
              <a:gd name="connsiteY3" fmla="*/ 3060700 h 3060700"/>
              <a:gd name="connsiteX4" fmla="*/ 6856412 w 11834812"/>
              <a:gd name="connsiteY4" fmla="*/ 2870200 h 3060700"/>
              <a:gd name="connsiteX5" fmla="*/ 6856412 w 11834812"/>
              <a:gd name="connsiteY5" fmla="*/ 2870199 h 3060700"/>
              <a:gd name="connsiteX6" fmla="*/ 0 w 11834812"/>
              <a:gd name="connsiteY6" fmla="*/ 2870199 h 306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34812" h="3060700">
                <a:moveTo>
                  <a:pt x="0" y="0"/>
                </a:moveTo>
                <a:lnTo>
                  <a:pt x="11834812" y="0"/>
                </a:lnTo>
                <a:lnTo>
                  <a:pt x="11834812" y="3060700"/>
                </a:lnTo>
                <a:lnTo>
                  <a:pt x="6856412" y="3060700"/>
                </a:lnTo>
                <a:lnTo>
                  <a:pt x="6856412" y="2870200"/>
                </a:lnTo>
                <a:lnTo>
                  <a:pt x="6856412" y="2870199"/>
                </a:lnTo>
                <a:lnTo>
                  <a:pt x="0" y="28701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EB8470-3A53-D1FF-B677-C4064338D6DD}"/>
              </a:ext>
            </a:extLst>
          </p:cNvPr>
          <p:cNvSpPr/>
          <p:nvPr userDrawn="1"/>
        </p:nvSpPr>
        <p:spPr>
          <a:xfrm>
            <a:off x="0" y="3238499"/>
            <a:ext cx="7213600" cy="381000"/>
          </a:xfrm>
          <a:prstGeom prst="rect">
            <a:avLst/>
          </a:prstGeom>
          <a:gradFill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461CB26-1F4C-403B-8C56-067BBC000C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6837" y="3942943"/>
            <a:ext cx="10480034" cy="47705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500">
                <a:solidFill>
                  <a:schemeClr val="accent1"/>
                </a:solidFill>
                <a:latin typeface="+mj-lt"/>
              </a:defRPr>
            </a:lvl1pPr>
          </a:lstStyle>
          <a:p>
            <a:pPr marR="0" lvl="0" algn="r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211EE5F-D73B-8BE1-62C7-D76310B331A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FFBF531-FAC8-244E-2AB6-86B2DE4C35E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/>
            <a:fld id="{6C28780D-BF26-4C09-885A-F2F649378307}" type="datetime1">
              <a:rPr lang="fr-FR" smtClean="0"/>
              <a:t>08/06/2026</a:t>
            </a:fld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C3ABA17-4C73-C608-D59B-613B0BEDED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55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/ 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431191-2A02-4730-A0CE-98D132A57CA4}"/>
              </a:ext>
            </a:extLst>
          </p:cNvPr>
          <p:cNvSpPr/>
          <p:nvPr userDrawn="1"/>
        </p:nvSpPr>
        <p:spPr>
          <a:xfrm>
            <a:off x="356837" y="355600"/>
            <a:ext cx="11835163" cy="563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461CB26-1F4C-403B-8C56-067BBC000C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6837" y="2053849"/>
            <a:ext cx="10480034" cy="477054"/>
          </a:xfrm>
          <a:prstGeom prst="rect">
            <a:avLst/>
          </a:prstGeom>
        </p:spPr>
        <p:txBody>
          <a:bodyPr anchor="t" anchorCtr="0"/>
          <a:lstStyle>
            <a:lvl1pPr marL="0" indent="0" algn="r">
              <a:buNone/>
              <a:defRPr sz="2500">
                <a:solidFill>
                  <a:schemeClr val="bg1"/>
                </a:solidFill>
                <a:latin typeface="+mj-lt"/>
              </a:defRPr>
            </a:lvl1pPr>
          </a:lstStyle>
          <a:p>
            <a:pPr marR="0" lvl="0" algn="r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22D519-4894-E9B9-C63A-D182981F5E46}"/>
              </a:ext>
            </a:extLst>
          </p:cNvPr>
          <p:cNvSpPr/>
          <p:nvPr userDrawn="1"/>
        </p:nvSpPr>
        <p:spPr>
          <a:xfrm>
            <a:off x="0" y="5799043"/>
            <a:ext cx="7213600" cy="381000"/>
          </a:xfrm>
          <a:prstGeom prst="rect">
            <a:avLst/>
          </a:prstGeom>
          <a:gradFill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03F6EE-DC0A-3485-FBB8-D2E078C2BAF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05B9395-DBAB-2ECC-A6EA-05B9B65EDB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/>
            <a:fld id="{2399D04A-D47E-4E0E-81B7-81B84D76A04B}" type="datetime1">
              <a:rPr lang="fr-FR" smtClean="0"/>
              <a:t>08/06/2026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3C52D4-AA49-62CC-E5ED-B8A83134404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81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C48F5C4-3BCF-DBD4-4A17-FA8D6F1AB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 anchorCtr="0"/>
          <a:lstStyle>
            <a:lvl1pPr>
              <a:lnSpc>
                <a:spcPct val="95000"/>
              </a:lnSpc>
              <a:defRPr sz="2500"/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12965-B556-498A-8FD9-20D33996CE4F}"/>
              </a:ext>
            </a:extLst>
          </p:cNvPr>
          <p:cNvCxnSpPr/>
          <p:nvPr userDrawn="1"/>
        </p:nvCxn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1292B55-64A1-45D8-ACA7-B1C0AFBE9C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112" y="1428409"/>
            <a:ext cx="2401508" cy="323165"/>
          </a:xfrm>
          <a:prstGeom prst="rect">
            <a:avLst/>
          </a:prstGeom>
        </p:spPr>
        <p:txBody>
          <a:bodyPr/>
          <a:lstStyle>
            <a:lvl1pPr marL="0" indent="0">
              <a:buSzPct val="50000"/>
              <a:buFontTx/>
              <a:buNone/>
              <a:defRPr sz="1500" spc="20" baseline="0"/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A5EE6F-10B3-001B-1E79-365B0B13239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6EB46AB-5A79-8B1B-DF68-9FF1268BBAF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/>
            <a:fld id="{79F40542-5C92-4FA1-8C08-7CB04530B1CE}" type="datetime1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3D5C0B-CAD6-F5D6-E8B8-253F06E58FB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68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and answ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7C879BD-4D37-AE0F-6AB2-C36DFC19F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 anchorCtr="0"/>
          <a:lstStyle>
            <a:lvl1pPr>
              <a:lnSpc>
                <a:spcPct val="95000"/>
              </a:lnSpc>
              <a:defRPr sz="2500"/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12965-B556-498A-8FD9-20D33996CE4F}"/>
              </a:ext>
            </a:extLst>
          </p:cNvPr>
          <p:cNvCxnSpPr/>
          <p:nvPr userDrawn="1"/>
        </p:nvCxn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68898" y="1548391"/>
            <a:ext cx="10411720" cy="333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spcBef>
                <a:spcPts val="700"/>
              </a:spcBef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D99B2560-5A2F-461D-B47C-6917B8C240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518" y="2926472"/>
            <a:ext cx="5041270" cy="3231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700"/>
              </a:spcBef>
              <a:buSzPct val="50000"/>
              <a:buFontTx/>
              <a:buNone/>
              <a:defRPr sz="1500" spc="5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marR="0" lvl="0" algn="l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713EBDC3-786B-4A3D-9938-FAC4F6DAC7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9346" y="2926472"/>
            <a:ext cx="5041271" cy="323165"/>
          </a:xfrm>
          <a:prstGeom prst="rect">
            <a:avLst/>
          </a:prstGeom>
        </p:spPr>
        <p:txBody>
          <a:bodyPr/>
          <a:lstStyle>
            <a:lvl1pPr marL="180000" indent="-180000">
              <a:spcBef>
                <a:spcPts val="900"/>
              </a:spcBef>
              <a:buSzPct val="50000"/>
              <a:buFontTx/>
              <a:buBlip>
                <a:blip r:embed="rId2"/>
              </a:buBlip>
              <a:defRPr sz="1500" spc="20" baseline="0"/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E43637-FB8F-88A3-6A23-7EA0A142672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C2E9CD-ABFD-2A61-72CA-8932CE5C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/>
            <a:fld id="{7157EA00-E116-4412-A431-B963E168A07F}" type="datetime1">
              <a:rPr lang="fr-FR" smtClean="0"/>
              <a:t>08/06/2026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544043-03BE-5C3C-1175-91EB4DF6FC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46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B165AB2-2D41-41F4-12DD-EEDFC0123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 anchorCtr="0"/>
          <a:lstStyle>
            <a:lvl1pPr>
              <a:lnSpc>
                <a:spcPct val="95000"/>
              </a:lnSpc>
              <a:defRPr sz="2500"/>
            </a:lvl1pPr>
          </a:lstStyle>
          <a:p>
            <a:r>
              <a:rPr lang="fr-FR"/>
              <a:t>Modifiez le style du titre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12965-B556-498A-8FD9-20D33996CE4F}"/>
              </a:ext>
            </a:extLst>
          </p:cNvPr>
          <p:cNvCxnSpPr/>
          <p:nvPr userDrawn="1"/>
        </p:nvCxn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68898" y="1548391"/>
            <a:ext cx="10411720" cy="333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spcBef>
                <a:spcPts val="700"/>
              </a:spcBef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D99B2560-5A2F-461D-B47C-6917B8C240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8898" y="3107315"/>
            <a:ext cx="10404100" cy="3231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700"/>
              </a:spcBef>
              <a:buSzPct val="50000"/>
              <a:buFontTx/>
              <a:buNone/>
              <a:defRPr sz="1500" spc="5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marR="0" lvl="0" algn="l" rt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713EBDC3-786B-4A3D-9938-FAC4F6DAC7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8898" y="4444990"/>
            <a:ext cx="10404100" cy="1068570"/>
          </a:xfrm>
          <a:prstGeom prst="rect">
            <a:avLst/>
          </a:prstGeom>
        </p:spPr>
        <p:txBody>
          <a:bodyPr/>
          <a:lstStyle>
            <a:lvl1pPr marL="180000" indent="-180000">
              <a:spcBef>
                <a:spcPts val="900"/>
              </a:spcBef>
              <a:buSzPct val="50000"/>
              <a:buFontTx/>
              <a:buBlip>
                <a:blip r:embed="rId2"/>
              </a:buBlip>
              <a:defRPr sz="1500" spc="20" baseline="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1DA947C-977A-69A8-E3D1-41DDA8CDE1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F02C13B-5AF6-34D7-F7F7-C28E8DB7F1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/>
            <a:fld id="{EE61BE58-B457-4668-8EC6-83C767977CBF}" type="datetime1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8C0593-297D-C13B-AFC0-F371BC31B3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407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title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3A914F7-A980-DC31-95F8-14CC5172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 anchorCtr="0"/>
          <a:lstStyle>
            <a:lvl1pPr>
              <a:lnSpc>
                <a:spcPct val="95000"/>
              </a:lnSpc>
              <a:defRPr sz="2500"/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12965-B556-498A-8FD9-20D33996CE4F}"/>
              </a:ext>
            </a:extLst>
          </p:cNvPr>
          <p:cNvCxnSpPr/>
          <p:nvPr userDrawn="1"/>
        </p:nvCxn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e la date 14">
            <a:extLst>
              <a:ext uri="{FF2B5EF4-FFF2-40B4-BE49-F238E27FC236}">
                <a16:creationId xmlns:a16="http://schemas.microsoft.com/office/drawing/2014/main" id="{56706018-D72F-92CE-72ED-C7F66DEC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F3D0A8A-D253-4015-AF29-E65133CE267D}" type="datetime1">
              <a:rPr lang="fr-FR" smtClean="0"/>
              <a:t>08/06/2026</a:t>
            </a:fld>
            <a:endParaRPr lang="fr-FR"/>
          </a:p>
        </p:txBody>
      </p:sp>
      <p:sp>
        <p:nvSpPr>
          <p:cNvPr id="16" name="Espace réservé du pied de page 15">
            <a:extLst>
              <a:ext uri="{FF2B5EF4-FFF2-40B4-BE49-F238E27FC236}">
                <a16:creationId xmlns:a16="http://schemas.microsoft.com/office/drawing/2014/main" id="{508A5ECF-94EE-328D-E850-8A4218CE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FCDEA349-639E-FD91-ACED-1E68A9EF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6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zation (tables, charts, ..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061D6AD-9329-A862-B27C-C1F1399EF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 anchorCtr="0"/>
          <a:lstStyle>
            <a:lvl1pPr>
              <a:lnSpc>
                <a:spcPct val="95000"/>
              </a:lnSpc>
              <a:defRPr sz="2500"/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12965-B556-498A-8FD9-20D33996CE4F}"/>
              </a:ext>
            </a:extLst>
          </p:cNvPr>
          <p:cNvCxnSpPr/>
          <p:nvPr userDrawn="1"/>
        </p:nvCxn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D3DCAAA-A93C-40C4-92A4-4429142635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112" y="1688399"/>
            <a:ext cx="4930022" cy="323165"/>
          </a:xfrm>
          <a:prstGeom prst="rect">
            <a:avLst/>
          </a:prstGeom>
        </p:spPr>
        <p:txBody>
          <a:bodyPr/>
          <a:lstStyle>
            <a:lvl1pPr marL="180000" indent="-180000">
              <a:buSzPct val="50000"/>
              <a:buFontTx/>
              <a:buBlip>
                <a:blip r:embed="rId2"/>
              </a:buBlip>
              <a:defRPr sz="1500" spc="20" baseline="0"/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7021FC4C-3EF8-47A7-B0F9-8C0C9A27AA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016" y="4730119"/>
            <a:ext cx="4001632" cy="3334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10000"/>
              </a:lnSpc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91CB0C2-ED75-4C6A-9B96-53BA9700F5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57800" y="1778000"/>
            <a:ext cx="6934200" cy="36957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73CBDEB-B162-79AB-CEE0-107E985798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5B89AFA-AEC0-2C66-0868-6DFA0194812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/>
            <a:fld id="{94AF7ADE-D49D-494F-8593-F21DFC7B804C}" type="datetime1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886766-AC3F-9C4E-D831-626CA8B071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96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2DE1D89-8EA5-D42D-EA36-E52A58CF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 anchorCtr="0"/>
          <a:lstStyle>
            <a:lvl1pPr>
              <a:lnSpc>
                <a:spcPct val="95000"/>
              </a:lnSpc>
              <a:defRPr sz="2500"/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12965-B556-498A-8FD9-20D33996CE4F}"/>
              </a:ext>
            </a:extLst>
          </p:cNvPr>
          <p:cNvCxnSpPr/>
          <p:nvPr userDrawn="1"/>
        </p:nvCxn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767B2DF-8516-41AD-A2E6-C8966748C1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816100"/>
            <a:ext cx="2730500" cy="18796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7C5EC6-5662-4A54-9A68-1564F6FDFB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8248" y="1816100"/>
            <a:ext cx="2481263" cy="323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24B10E49-7964-4120-AA7D-25843D20CF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022241"/>
            <a:ext cx="2730500" cy="192770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F762E47-68E9-45F4-B567-BD27F5D6FE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8248" y="4053991"/>
            <a:ext cx="2481263" cy="323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75F1522C-91C3-4CA1-B66B-1C8E51AAF2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32500" y="1816100"/>
            <a:ext cx="2730500" cy="18796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F67C9FD-CC5E-44C3-BB14-C145BCB7A2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20748" y="1816100"/>
            <a:ext cx="2481263" cy="323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DC954CD-90CF-4FBD-ACB5-F4268BEB5C1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32500" y="4022241"/>
            <a:ext cx="2730500" cy="192770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8E535BC-4EC1-4689-8E98-2DD781473D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20748" y="4053991"/>
            <a:ext cx="2481263" cy="323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73D405-A13A-DDDD-78C7-D6910BD1A93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5E273F-05E2-1BDC-0966-85050D79A56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F89CAE67-A49E-406F-A173-8DE9A3023CD0}" type="datetime1">
              <a:rPr lang="fr-FR" smtClean="0"/>
              <a:t>08/06/2026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848866-E1C7-9984-68D1-FFE308C10C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98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5D8812B-31AD-49BB-A085-C6FF154E93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6837" y="352422"/>
            <a:ext cx="11834812" cy="3762378"/>
          </a:xfrm>
          <a:custGeom>
            <a:avLst/>
            <a:gdLst>
              <a:gd name="connsiteX0" fmla="*/ 0 w 11834812"/>
              <a:gd name="connsiteY0" fmla="*/ 0 h 3762378"/>
              <a:gd name="connsiteX1" fmla="*/ 11834812 w 11834812"/>
              <a:gd name="connsiteY1" fmla="*/ 0 h 3762378"/>
              <a:gd name="connsiteX2" fmla="*/ 11834812 w 11834812"/>
              <a:gd name="connsiteY2" fmla="*/ 3762378 h 3762378"/>
              <a:gd name="connsiteX3" fmla="*/ 6856763 w 11834812"/>
              <a:gd name="connsiteY3" fmla="*/ 3762378 h 3762378"/>
              <a:gd name="connsiteX4" fmla="*/ 6856763 w 11834812"/>
              <a:gd name="connsiteY4" fmla="*/ 3576893 h 3762378"/>
              <a:gd name="connsiteX5" fmla="*/ 0 w 11834812"/>
              <a:gd name="connsiteY5" fmla="*/ 3576893 h 3762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34812" h="3762378">
                <a:moveTo>
                  <a:pt x="0" y="0"/>
                </a:moveTo>
                <a:lnTo>
                  <a:pt x="11834812" y="0"/>
                </a:lnTo>
                <a:lnTo>
                  <a:pt x="11834812" y="3762378"/>
                </a:lnTo>
                <a:lnTo>
                  <a:pt x="6856763" y="3762378"/>
                </a:lnTo>
                <a:lnTo>
                  <a:pt x="6856763" y="3576893"/>
                </a:lnTo>
                <a:lnTo>
                  <a:pt x="0" y="357689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C55938-D512-49A8-B153-545D08FFC558}"/>
              </a:ext>
            </a:extLst>
          </p:cNvPr>
          <p:cNvSpPr/>
          <p:nvPr userDrawn="1"/>
        </p:nvSpPr>
        <p:spPr>
          <a:xfrm>
            <a:off x="0" y="3929315"/>
            <a:ext cx="7213600" cy="381000"/>
          </a:xfrm>
          <a:prstGeom prst="rect">
            <a:avLst/>
          </a:prstGeom>
          <a:gradFill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330D0-D207-4CCA-848E-DAFD2CEB7B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8289" y="4541962"/>
            <a:ext cx="11085512" cy="4154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01F1876-0257-8462-BE15-AB6E14CE29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3D3D228-8B52-85CE-527E-9079C9E8290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/>
            <a:fld id="{E7997114-131B-41D5-B471-6635DF89858A}" type="datetime1">
              <a:rPr lang="fr-FR" smtClean="0"/>
              <a:t>08/06/2026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2A71D5A-1734-91C1-636A-BC0A231478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52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716029-E1E3-CF74-F79E-9E30D343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 anchorCtr="0"/>
          <a:lstStyle>
            <a:lvl1pPr>
              <a:lnSpc>
                <a:spcPct val="95000"/>
              </a:lnSpc>
              <a:defRPr sz="2500"/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093BD4-4D67-0EE9-E7A7-654A168147B5}"/>
              </a:ext>
            </a:extLst>
          </p:cNvPr>
          <p:cNvCxnSpPr/>
          <p:nvPr userDrawn="1"/>
        </p:nvCxn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 descr="picture">
            <a:extLst>
              <a:ext uri="{FF2B5EF4-FFF2-40B4-BE49-F238E27FC236}">
                <a16:creationId xmlns:a16="http://schemas.microsoft.com/office/drawing/2014/main" id="{3197E704-6754-4DE7-8D47-3C52E54F5B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86600" y="1524000"/>
            <a:ext cx="5105400" cy="33909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EE7F3E3-2B10-C981-308F-B5BE1ABEB5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6A881EB-803A-924B-D4FD-8009BF15C9A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/>
            <a:fld id="{914B146C-B52E-45C0-9014-7A1346B6AD06}" type="datetime1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9D1A66-05C7-4EEF-05FD-B78409C6A3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658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965FBBA-FD65-430D-8BAD-C0FE62C8B04D}"/>
              </a:ext>
            </a:extLst>
          </p:cNvPr>
          <p:cNvSpPr txBox="1"/>
          <p:nvPr userDrawn="1"/>
        </p:nvSpPr>
        <p:spPr>
          <a:xfrm>
            <a:off x="4876800" y="6465651"/>
            <a:ext cx="2438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u="sng" noProof="0"/>
              <a:t>engie.com</a:t>
            </a: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B547B872-7E70-C583-93C5-A1734249B1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0521" y="3000421"/>
            <a:ext cx="2430958" cy="87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39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(blu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51A565C-B500-4B95-BA46-5206376F4D38}"/>
              </a:ext>
            </a:extLst>
          </p:cNvPr>
          <p:cNvSpPr txBox="1"/>
          <p:nvPr userDrawn="1"/>
        </p:nvSpPr>
        <p:spPr>
          <a:xfrm>
            <a:off x="4876800" y="6465651"/>
            <a:ext cx="2438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u="sng" noProof="0"/>
              <a:t>engie.com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973158C-30A3-B879-78F2-11EDEA14A3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0521" y="3000421"/>
            <a:ext cx="2430958" cy="87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192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3434A3B-3DCA-4D28-B0A7-F7864290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402"/>
            <a:ext cx="10515600" cy="76944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82617-B9FE-4114-BEC5-BAE773083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010807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4C3F306F-AB0E-458F-8BDF-C02DB51C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1495" y="6397471"/>
            <a:ext cx="2537874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800" cap="all" baseline="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© ENGIE 2026 - Title of the presentation -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27B4F11-5FBA-6078-CD41-E90EDDDE12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30433" y="6397470"/>
            <a:ext cx="704039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fr-FR" sz="800" cap="all" baseline="0" smtClean="0">
                <a:solidFill>
                  <a:schemeClr val="accent1"/>
                </a:solidFill>
              </a:defRPr>
            </a:lvl1pPr>
          </a:lstStyle>
          <a:p>
            <a:pPr algn="r"/>
            <a:fld id="{1F3D0A8A-D253-4015-AF29-E65133CE267D}" type="datetime1">
              <a:rPr lang="fr-FR" smtClean="0"/>
              <a:t>08/06/2026</a:t>
            </a:fld>
            <a:endParaRPr lang="fr-FR"/>
          </a:p>
        </p:txBody>
      </p:sp>
      <p:sp>
        <p:nvSpPr>
          <p:cNvPr id="14" name="Espace réservé du numéro de diapositive 6">
            <a:extLst>
              <a:ext uri="{FF2B5EF4-FFF2-40B4-BE49-F238E27FC236}">
                <a16:creationId xmlns:a16="http://schemas.microsoft.com/office/drawing/2014/main" id="{E0B80EEA-EB13-4532-99F0-6D321D5F3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0146" y="6397470"/>
            <a:ext cx="42992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/>
              <a:t>- </a:t>
            </a:r>
            <a:fld id="{BC367B2E-B9DF-44EB-A21A-64C9723206C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FC9B1EB4-2B86-7F6D-0FF4-6FC48FA609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65636" y="6371445"/>
            <a:ext cx="603422" cy="21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67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0" r:id="rId2"/>
    <p:sldLayoutId id="2147483652" r:id="rId3"/>
    <p:sldLayoutId id="2147483653" r:id="rId4"/>
    <p:sldLayoutId id="2147483681" r:id="rId5"/>
    <p:sldLayoutId id="2147483682" r:id="rId6"/>
    <p:sldLayoutId id="2147483669" r:id="rId7"/>
    <p:sldLayoutId id="2147483684" r:id="rId8"/>
    <p:sldLayoutId id="2147483685" r:id="rId9"/>
    <p:sldLayoutId id="2147483686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73" r:id="rId18"/>
    <p:sldLayoutId id="2147483662" r:id="rId19"/>
    <p:sldLayoutId id="2147483663" r:id="rId20"/>
    <p:sldLayoutId id="2147483665" r:id="rId21"/>
    <p:sldLayoutId id="2147483664" r:id="rId22"/>
    <p:sldLayoutId id="2147483671" r:id="rId23"/>
    <p:sldLayoutId id="2147483672" r:id="rId2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pillars for the SPM transformation and integration in B2C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02920" y="1338943"/>
            <a:ext cx="11155680" cy="1323439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82663"/>
                </a:solidFill>
                <a:latin typeface="Arial"/>
              </a:rPr>
              <a:t>SPM is a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bedrock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</a:t>
            </a:r>
            <a:r>
              <a:rPr sz="1600" b="1">
                <a:solidFill>
                  <a:srgbClr val="182663"/>
                </a:solidFill>
                <a:latin typeface="Arial"/>
              </a:rPr>
              <a:t>to secure B2C performance and control risks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SPM</a:t>
            </a:r>
            <a:r>
              <a:rPr lang="fr-FR" sz="1300">
                <a:solidFill>
                  <a:srgbClr val="595959"/>
                </a:solidFill>
                <a:latin typeface="Arial"/>
              </a:rPr>
              <a:t> </a:t>
            </a:r>
            <a:r>
              <a:rPr lang="fr-FR" sz="1300" err="1">
                <a:solidFill>
                  <a:srgbClr val="595959"/>
                </a:solidFill>
                <a:latin typeface="Arial"/>
              </a:rPr>
              <a:t>purpose</a:t>
            </a:r>
            <a:r>
              <a:rPr lang="fr-FR" sz="1300">
                <a:solidFill>
                  <a:srgbClr val="595959"/>
                </a:solidFill>
                <a:latin typeface="Arial"/>
              </a:rPr>
              <a:t> </a:t>
            </a:r>
            <a:r>
              <a:rPr lang="fr-FR" sz="1300" err="1">
                <a:solidFill>
                  <a:srgbClr val="595959"/>
                </a:solidFill>
                <a:latin typeface="Arial"/>
              </a:rPr>
              <a:t>is</a:t>
            </a:r>
            <a:r>
              <a:rPr lang="fr-FR" sz="1300">
                <a:solidFill>
                  <a:srgbClr val="595959"/>
                </a:solidFill>
                <a:latin typeface="Arial"/>
              </a:rPr>
              <a:t> </a:t>
            </a:r>
            <a:r>
              <a:rPr sz="1300">
                <a:solidFill>
                  <a:srgbClr val="595959"/>
                </a:solidFill>
                <a:latin typeface="Arial"/>
              </a:rPr>
              <a:t>to translate commercial ambition into a manageable supply portfolio, make portfolio risk</a:t>
            </a:r>
            <a:r>
              <a:rPr lang="fr-FR" sz="1300">
                <a:solidFill>
                  <a:srgbClr val="595959"/>
                </a:solidFill>
                <a:latin typeface="Arial"/>
              </a:rPr>
              <a:t>s</a:t>
            </a:r>
            <a:r>
              <a:rPr sz="1300">
                <a:solidFill>
                  <a:srgbClr val="595959"/>
                </a:solidFill>
                <a:latin typeface="Arial"/>
              </a:rPr>
              <a:t> and </a:t>
            </a:r>
            <a:r>
              <a:rPr sz="1300" err="1">
                <a:solidFill>
                  <a:srgbClr val="595959"/>
                </a:solidFill>
                <a:latin typeface="Arial"/>
              </a:rPr>
              <a:t>PnL</a:t>
            </a:r>
            <a:r>
              <a:rPr sz="1300">
                <a:solidFill>
                  <a:srgbClr val="595959"/>
                </a:solidFill>
                <a:latin typeface="Arial"/>
              </a:rPr>
              <a:t> visible and reliable, and structure interaction with Energy Management and Finance.</a:t>
            </a:r>
          </a:p>
          <a:p>
            <a:r>
              <a:rPr sz="1300" b="1">
                <a:solidFill>
                  <a:srgbClr val="17255F"/>
                </a:solidFill>
                <a:latin typeface="Arial"/>
              </a:rPr>
              <a:t>Strengthening </a:t>
            </a:r>
            <a:r>
              <a:rPr lang="fr-FR" sz="1300" b="1">
                <a:solidFill>
                  <a:srgbClr val="17255F"/>
                </a:solidFill>
                <a:latin typeface="Arial"/>
              </a:rPr>
              <a:t>SPM </a:t>
            </a:r>
            <a:r>
              <a:rPr lang="fr-FR" sz="1300" b="1" err="1">
                <a:solidFill>
                  <a:srgbClr val="17255F"/>
                </a:solidFill>
                <a:latin typeface="Arial"/>
              </a:rPr>
              <a:t>BtC</a:t>
            </a:r>
            <a:r>
              <a:rPr lang="fr-FR" sz="1300" b="1">
                <a:solidFill>
                  <a:srgbClr val="17255F"/>
                </a:solidFill>
                <a:latin typeface="Arial"/>
              </a:rPr>
              <a:t> </a:t>
            </a:r>
            <a:r>
              <a:rPr sz="1300" b="1">
                <a:solidFill>
                  <a:srgbClr val="17255F"/>
                </a:solidFill>
                <a:latin typeface="Arial"/>
              </a:rPr>
              <a:t>is essential to reach this objective: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971800"/>
            <a:ext cx="3576320" cy="2788920"/>
          </a:xfrm>
          <a:prstGeom prst="roundRect">
            <a:avLst>
              <a:gd name="adj" fmla="val 4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Organization</a:t>
            </a:r>
            <a:endParaRPr sz="3200" b="1">
              <a:solidFill>
                <a:srgbClr val="FFFFFF"/>
              </a:solidFill>
              <a:latin typeface="Arial"/>
            </a:endParaRPr>
          </a:p>
          <a:p>
            <a:endParaRPr sz="1250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sz="1250">
                <a:solidFill>
                  <a:srgbClr val="FFFFFF"/>
                </a:solidFill>
                <a:latin typeface="Arial"/>
              </a:rPr>
              <a:t>Alignment of the local organization with established standards is required (SPM leader position within B2C </a:t>
            </a:r>
            <a:r>
              <a:rPr sz="1250" err="1">
                <a:solidFill>
                  <a:srgbClr val="FFFFFF"/>
                </a:solidFill>
                <a:latin typeface="Arial"/>
              </a:rPr>
              <a:t>organi</a:t>
            </a:r>
            <a:r>
              <a:rPr lang="fr-FR" sz="1250">
                <a:solidFill>
                  <a:srgbClr val="FFFFFF"/>
                </a:solidFill>
                <a:latin typeface="Arial"/>
              </a:rPr>
              <a:t>z</a:t>
            </a:r>
            <a:r>
              <a:rPr sz="1250" err="1">
                <a:solidFill>
                  <a:srgbClr val="FFFFFF"/>
                </a:solidFill>
                <a:latin typeface="Arial"/>
              </a:rPr>
              <a:t>ation</a:t>
            </a:r>
            <a:r>
              <a:rPr sz="1250">
                <a:solidFill>
                  <a:srgbClr val="FFFFFF"/>
                </a:solidFill>
                <a:latin typeface="Arial"/>
              </a:rPr>
              <a:t>, team skills, etc.)</a:t>
            </a:r>
          </a:p>
          <a:p>
            <a:endParaRPr lang="en-US" sz="1250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lang="en-US" sz="1250">
                <a:solidFill>
                  <a:srgbClr val="FFFFFF"/>
                </a:solidFill>
                <a:latin typeface="Arial"/>
                <a:cs typeface="Arial"/>
              </a:rPr>
              <a:t>Advocate for risk culture, and digitalization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07840" y="2971800"/>
            <a:ext cx="3576320" cy="2788920"/>
          </a:xfrm>
          <a:prstGeom prst="roundRect">
            <a:avLst>
              <a:gd name="adj" fmla="val 4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TOM</a:t>
            </a:r>
            <a:endParaRPr sz="3200" b="1">
              <a:solidFill>
                <a:srgbClr val="FFFFFF"/>
              </a:solidFill>
              <a:latin typeface="Arial"/>
            </a:endParaRPr>
          </a:p>
          <a:p>
            <a:endParaRPr sz="1250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sz="1250">
                <a:solidFill>
                  <a:srgbClr val="FFFFFF"/>
                </a:solidFill>
                <a:latin typeface="Arial"/>
              </a:rPr>
              <a:t>Risk Management and P&amp;L sharing TOM rollout across all geographies, with consideration for local specificities</a:t>
            </a: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12760" y="2971800"/>
            <a:ext cx="3576320" cy="2788920"/>
          </a:xfrm>
          <a:prstGeom prst="roundRect">
            <a:avLst>
              <a:gd name="adj" fmla="val 4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Process &amp; Tool</a:t>
            </a:r>
            <a:endParaRPr sz="3200" b="1">
              <a:solidFill>
                <a:srgbClr val="FFFFFF"/>
              </a:solidFill>
              <a:latin typeface="Arial"/>
            </a:endParaRPr>
          </a:p>
          <a:p>
            <a:endParaRPr lang="en-US" sz="1250">
              <a:solidFill>
                <a:srgbClr val="FFFFFF"/>
              </a:solidFill>
              <a:latin typeface="Arial"/>
            </a:endParaRPr>
          </a:p>
          <a:p>
            <a:r>
              <a:rPr sz="1250">
                <a:solidFill>
                  <a:srgbClr val="FFFFFF"/>
                </a:solidFill>
                <a:latin typeface="Arial"/>
              </a:rPr>
              <a:t>Process harmonization and core model definition, supported by corresponding IS tools adaptation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Black"/>
              </a:rPr>
              <a:t>1. Organization</a:t>
            </a:r>
            <a:r>
              <a:rPr lang="en-US">
                <a:latin typeface="Arial Black"/>
              </a:rPr>
              <a:t> &amp; Roles</a:t>
            </a: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64440"/>
            <a:ext cx="2625090" cy="2743200"/>
          </a:xfrm>
          <a:prstGeom prst="roundRect">
            <a:avLst>
              <a:gd name="adj" fmla="val 4000"/>
            </a:avLst>
          </a:prstGeom>
          <a:solidFill>
            <a:srgbClr val="182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Positioning</a:t>
            </a:r>
          </a:p>
          <a:p>
            <a:r>
              <a:rPr sz="1250">
                <a:solidFill>
                  <a:srgbClr val="FFFFFF"/>
                </a:solidFill>
                <a:latin typeface="Arial"/>
              </a:rPr>
              <a:t>SPM local operates within the supplier organization, with SPM lead positioned at EXCOM level to ensure clear visibility on supplier ambitions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6610" y="2964440"/>
            <a:ext cx="2625090" cy="2743200"/>
          </a:xfrm>
          <a:prstGeom prst="roundRect">
            <a:avLst>
              <a:gd name="adj" fmla="val 4000"/>
            </a:avLst>
          </a:prstGeom>
          <a:solidFill>
            <a:srgbClr val="007B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Advocacy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 on Risk</a:t>
            </a:r>
            <a:endParaRPr sz="1500" b="1">
              <a:solidFill>
                <a:srgbClr val="FFFFFF"/>
              </a:solidFill>
              <a:latin typeface="Arial"/>
            </a:endParaRPr>
          </a:p>
          <a:p>
            <a:r>
              <a:rPr lang="en-US" sz="1300">
                <a:solidFill>
                  <a:srgbClr val="FFFFFF"/>
                </a:solidFill>
                <a:latin typeface="Arial"/>
              </a:rPr>
              <a:t>Firm approach to Risk Management (we sell what we can book)</a:t>
            </a:r>
            <a:endParaRPr lang="en-US" sz="1300">
              <a:cs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0300" y="2964440"/>
            <a:ext cx="2625090" cy="2743200"/>
          </a:xfrm>
          <a:prstGeom prst="roundRect">
            <a:avLst>
              <a:gd name="adj" fmla="val 4000"/>
            </a:avLst>
          </a:prstGeom>
          <a:solidFill>
            <a:srgbClr val="008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Digital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 Culture</a:t>
            </a:r>
            <a:endParaRPr sz="1500" b="1">
              <a:solidFill>
                <a:srgbClr val="FFFFFF"/>
              </a:solidFill>
              <a:latin typeface="Arial"/>
            </a:endParaRPr>
          </a:p>
          <a:p>
            <a:r>
              <a:rPr lang="fr-FR" sz="1250">
                <a:solidFill>
                  <a:srgbClr val="FFFFFF"/>
                </a:solidFill>
                <a:latin typeface="Arial"/>
              </a:rPr>
              <a:t>C</a:t>
            </a:r>
            <a:r>
              <a:rPr sz="1250" err="1">
                <a:solidFill>
                  <a:srgbClr val="FFFFFF"/>
                </a:solidFill>
                <a:latin typeface="Arial"/>
              </a:rPr>
              <a:t>ommitment</a:t>
            </a:r>
            <a:r>
              <a:rPr sz="1250">
                <a:solidFill>
                  <a:srgbClr val="FFFFFF"/>
                </a:solidFill>
                <a:latin typeface="Arial"/>
              </a:rPr>
              <a:t> to Digital </a:t>
            </a:r>
            <a:r>
              <a:rPr lang="fr-FR" sz="1250">
                <a:solidFill>
                  <a:srgbClr val="FFFFFF"/>
                </a:solidFill>
                <a:latin typeface="Arial"/>
              </a:rPr>
              <a:t>transformation </a:t>
            </a:r>
            <a:r>
              <a:rPr sz="1250">
                <a:solidFill>
                  <a:srgbClr val="FFFFFF"/>
                </a:solidFill>
                <a:latin typeface="Arial"/>
              </a:rPr>
              <a:t>(data quality, clearly defined processes</a:t>
            </a:r>
            <a:r>
              <a:rPr lang="fr-FR" sz="1250">
                <a:solidFill>
                  <a:srgbClr val="FFFFFF"/>
                </a:solidFill>
                <a:latin typeface="Arial"/>
              </a:rPr>
              <a:t>, automation</a:t>
            </a:r>
            <a:r>
              <a:rPr sz="1250">
                <a:solidFill>
                  <a:srgbClr val="FFFFFF"/>
                </a:solidFill>
                <a:latin typeface="Arial"/>
              </a:rPr>
              <a:t>)</a:t>
            </a:r>
            <a:r>
              <a:rPr lang="fr-FR" sz="1250">
                <a:solidFill>
                  <a:srgbClr val="FFFFFF"/>
                </a:solidFill>
                <a:latin typeface="Arial"/>
              </a:rPr>
              <a:t> </a:t>
            </a:r>
            <a:endParaRPr sz="125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063990" y="2964440"/>
            <a:ext cx="2625090" cy="2743200"/>
          </a:xfrm>
          <a:prstGeom prst="roundRect">
            <a:avLst>
              <a:gd name="adj" fmla="val 4000"/>
            </a:avLst>
          </a:prstGeom>
          <a:solidFill>
            <a:srgbClr val="744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Transformation</a:t>
            </a:r>
          </a:p>
          <a:p>
            <a:r>
              <a:rPr sz="1250">
                <a:solidFill>
                  <a:srgbClr val="FFFFFF"/>
                </a:solidFill>
                <a:latin typeface="Arial"/>
              </a:rPr>
              <a:t>Nova driving transformation momentum</a:t>
            </a:r>
            <a:r>
              <a:rPr lang="en-US" sz="1250">
                <a:solidFill>
                  <a:srgbClr val="FFFFFF"/>
                </a:solidFill>
                <a:latin typeface="Arial"/>
              </a:rPr>
              <a:t>, as an enabler to drive SPM transformation and alignment across platforms</a:t>
            </a:r>
            <a:endParaRPr sz="125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12D54C9-AF84-67DA-CC54-E6EE660A2C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32" y="1381185"/>
            <a:ext cx="11155680" cy="1461939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lang="fr-FR" sz="1600" b="1">
                <a:solidFill>
                  <a:srgbClr val="182663"/>
                </a:solidFill>
                <a:latin typeface="Arial"/>
              </a:rPr>
              <a:t>Objective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is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to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define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clear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roles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and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accountabilities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for SPM team, and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ensure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a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seamless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interaction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between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SPM local leader and B2C local MD</a:t>
            </a:r>
          </a:p>
          <a:p>
            <a:pPr>
              <a:spcAft>
                <a:spcPts val="800"/>
              </a:spcAft>
            </a:pPr>
            <a:endParaRPr lang="fr-FR" sz="1600" b="1">
              <a:solidFill>
                <a:srgbClr val="182663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lang="fr-FR" sz="1600">
                <a:latin typeface="Arial"/>
              </a:rPr>
              <a:t>Expectations </a:t>
            </a:r>
            <a:r>
              <a:rPr lang="fr-FR" sz="1600" err="1">
                <a:latin typeface="Arial"/>
              </a:rPr>
              <a:t>from</a:t>
            </a:r>
            <a:r>
              <a:rPr lang="fr-FR" sz="1600">
                <a:latin typeface="Arial"/>
              </a:rPr>
              <a:t> </a:t>
            </a:r>
            <a:r>
              <a:rPr lang="fr-FR" sz="1600" err="1">
                <a:latin typeface="Arial"/>
              </a:rPr>
              <a:t>our</a:t>
            </a:r>
            <a:r>
              <a:rPr lang="fr-FR" sz="1600">
                <a:latin typeface="Arial"/>
              </a:rPr>
              <a:t> local leader:</a:t>
            </a:r>
            <a:endParaRPr sz="130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Black"/>
              </a:rPr>
              <a:t>2. Target Operating Model EM/</a:t>
            </a:r>
            <a:r>
              <a:rPr lang="en-US">
                <a:latin typeface="Arial Black"/>
              </a:rPr>
              <a:t>SPM</a:t>
            </a: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950777"/>
            <a:ext cx="2625090" cy="3063240"/>
          </a:xfrm>
          <a:prstGeom prst="roundRect">
            <a:avLst>
              <a:gd name="adj" fmla="val 4000"/>
            </a:avLst>
          </a:prstGeom>
          <a:solidFill>
            <a:srgbClr val="182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 privileged partner</a:t>
            </a:r>
          </a:p>
          <a:p>
            <a:r>
              <a:rPr sz="1150">
                <a:solidFill>
                  <a:srgbClr val="FFFFFF"/>
                </a:solidFill>
                <a:latin typeface="Arial"/>
              </a:rPr>
              <a:t>EM is crucial for competitiveness, so dialog must stay </a:t>
            </a:r>
            <a:r>
              <a:rPr lang="en-US" sz="1150">
                <a:solidFill>
                  <a:srgbClr val="FFFFFF"/>
                </a:solidFill>
                <a:latin typeface="Arial"/>
              </a:rPr>
              <a:t>fluid. EM</a:t>
            </a:r>
            <a:r>
              <a:rPr sz="1150">
                <a:solidFill>
                  <a:srgbClr val="FFFFFF"/>
                </a:solidFill>
                <a:latin typeface="Arial"/>
              </a:rPr>
              <a:t> has to be aware of supply activity: crucial deals and competitiveness issues.</a:t>
            </a:r>
            <a:endParaRPr sz="115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356610" y="2950777"/>
            <a:ext cx="2625090" cy="3063240"/>
          </a:xfrm>
          <a:prstGeom prst="roundRect">
            <a:avLst>
              <a:gd name="adj" fmla="val 4000"/>
            </a:avLst>
          </a:prstGeom>
          <a:solidFill>
            <a:srgbClr val="007B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EM carries price risk</a:t>
            </a:r>
          </a:p>
          <a:p>
            <a:r>
              <a:rPr sz="1150">
                <a:solidFill>
                  <a:srgbClr val="FFFFFF"/>
                </a:solidFill>
                <a:latin typeface="Arial"/>
              </a:rPr>
              <a:t>EM should carry as much price risk as possible (commodity, shapes, certificates, ancillary…). Where capacity is missing, EM builds a plan to do more (develop shapes, certificates…).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2950777"/>
            <a:ext cx="2625090" cy="3063240"/>
          </a:xfrm>
          <a:prstGeom prst="roundRect">
            <a:avLst>
              <a:gd name="adj" fmla="val 4000"/>
            </a:avLst>
          </a:prstGeom>
          <a:solidFill>
            <a:srgbClr val="008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Price &amp; complex risks</a:t>
            </a:r>
          </a:p>
          <a:p>
            <a:r>
              <a:rPr sz="1150">
                <a:solidFill>
                  <a:srgbClr val="FFFFFF"/>
                </a:solidFill>
                <a:latin typeface="Arial"/>
              </a:rPr>
              <a:t>Price should not be a blocker thanks to </a:t>
            </a:r>
            <a:r>
              <a:rPr sz="1150" err="1">
                <a:solidFill>
                  <a:srgbClr val="FFFFFF"/>
                </a:solidFill>
                <a:latin typeface="Arial"/>
              </a:rPr>
              <a:t>PnL</a:t>
            </a:r>
            <a:r>
              <a:rPr sz="1150">
                <a:solidFill>
                  <a:srgbClr val="FFFFFF"/>
                </a:solidFill>
                <a:latin typeface="Arial"/>
              </a:rPr>
              <a:t> Sharing — put on the transformation path where not yet in place</a:t>
            </a:r>
            <a:r>
              <a:rPr lang="en-US" sz="1150">
                <a:solidFill>
                  <a:srgbClr val="FFFFFF"/>
                </a:solidFill>
                <a:latin typeface="Arial"/>
              </a:rPr>
              <a:t>.</a:t>
            </a:r>
            <a:br>
              <a:rPr lang="en-US" sz="1150">
                <a:solidFill>
                  <a:srgbClr val="FFFFFF"/>
                </a:solidFill>
                <a:latin typeface="Arial"/>
                <a:cs typeface="Arial"/>
              </a:rPr>
            </a:br>
            <a:endParaRPr lang="en-US" sz="1150">
              <a:solidFill>
                <a:srgbClr val="FFFFFF"/>
              </a:solidFill>
              <a:latin typeface="Arial"/>
            </a:endParaRPr>
          </a:p>
          <a:p>
            <a:r>
              <a:rPr sz="1150">
                <a:solidFill>
                  <a:srgbClr val="FFFFFF"/>
                </a:solidFill>
                <a:latin typeface="Arial"/>
              </a:rPr>
              <a:t>EM centralizes, manages and nets complex risks (weather, imbalance).</a:t>
            </a:r>
            <a:endParaRPr sz="115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063990" y="2950777"/>
            <a:ext cx="2625090" cy="3063240"/>
          </a:xfrm>
          <a:prstGeom prst="roundRect">
            <a:avLst>
              <a:gd name="adj" fmla="val 4000"/>
            </a:avLst>
          </a:prstGeom>
          <a:solidFill>
            <a:srgbClr val="744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SPM focuses 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  <a:latin typeface="Arial"/>
              </a:rPr>
              <a:t>A highly reliable portfolio representation (Risk &amp; </a:t>
            </a:r>
            <a:r>
              <a:rPr sz="1150" err="1">
                <a:solidFill>
                  <a:srgbClr val="FFFFFF"/>
                </a:solidFill>
                <a:latin typeface="Arial"/>
              </a:rPr>
              <a:t>PnL</a:t>
            </a:r>
            <a:r>
              <a:rPr sz="1150">
                <a:solidFill>
                  <a:srgbClr val="FFFFFF"/>
                </a:solidFill>
                <a:latin typeface="Arial"/>
              </a:rPr>
              <a:t>)</a:t>
            </a:r>
            <a:endParaRPr sz="1150">
              <a:solidFill>
                <a:srgbClr val="FFFFFF"/>
              </a:solidFill>
              <a:latin typeface="Arial"/>
              <a:cs typeface="Arial"/>
            </a:endParaRP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  <a:latin typeface="Arial"/>
              </a:rPr>
              <a:t>Managing risks close to the supplier (volume, regulation)</a:t>
            </a:r>
            <a:endParaRPr sz="1150">
              <a:solidFill>
                <a:srgbClr val="FFFFFF"/>
              </a:solidFill>
              <a:latin typeface="Arial"/>
              <a:cs typeface="Arial"/>
            </a:endParaRP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  <a:latin typeface="Arial"/>
              </a:rPr>
              <a:t>Managing risks not taken by EM</a:t>
            </a:r>
            <a:endParaRPr sz="115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03142E8-A5EE-F597-3C08-004D437BC1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32" y="1544556"/>
            <a:ext cx="11155680" cy="584775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lang="fr-FR" sz="1600" b="1">
                <a:solidFill>
                  <a:srgbClr val="182663"/>
                </a:solidFill>
                <a:latin typeface="Arial"/>
              </a:rPr>
              <a:t>Objective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is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to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benefits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from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the best expertise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from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S&amp;EM,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ensuring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a good balance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between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competitiveness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and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risk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. EM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is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our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privileged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partner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, and must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be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fully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</a:t>
            </a:r>
            <a:r>
              <a:rPr lang="fr-FR" sz="1600" b="1" err="1">
                <a:solidFill>
                  <a:srgbClr val="182663"/>
                </a:solidFill>
                <a:latin typeface="Arial"/>
              </a:rPr>
              <a:t>aware</a:t>
            </a:r>
            <a:r>
              <a:rPr lang="fr-FR" sz="1600" b="1">
                <a:solidFill>
                  <a:srgbClr val="182663"/>
                </a:solidFill>
                <a:latin typeface="Arial"/>
              </a:rPr>
              <a:t> of B2C commercial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Process &amp; 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18160" y="1646458"/>
            <a:ext cx="11155680" cy="323165"/>
          </a:xfrm>
        </p:spPr>
        <p:txBody>
          <a:bodyPr wrap="square"/>
          <a:lstStyle/>
          <a:p>
            <a:r>
              <a:rPr lang="fr-FR" sz="1500" b="1">
                <a:solidFill>
                  <a:srgbClr val="182663"/>
                </a:solidFill>
                <a:latin typeface="Arial"/>
              </a:rPr>
              <a:t>Objective </a:t>
            </a:r>
            <a:r>
              <a:rPr lang="fr-FR" sz="1500" b="1" err="1">
                <a:solidFill>
                  <a:srgbClr val="182663"/>
                </a:solidFill>
                <a:latin typeface="Arial"/>
              </a:rPr>
              <a:t>is</a:t>
            </a:r>
            <a:r>
              <a:rPr lang="fr-FR" sz="1500" b="1">
                <a:solidFill>
                  <a:srgbClr val="182663"/>
                </a:solidFill>
                <a:latin typeface="Arial"/>
              </a:rPr>
              <a:t> to </a:t>
            </a:r>
            <a:r>
              <a:rPr lang="fr-FR" sz="1500" b="1" err="1">
                <a:solidFill>
                  <a:srgbClr val="182663"/>
                </a:solidFill>
                <a:latin typeface="Arial"/>
              </a:rPr>
              <a:t>define</a:t>
            </a:r>
            <a:r>
              <a:rPr lang="fr-FR" sz="1500" b="1">
                <a:solidFill>
                  <a:srgbClr val="182663"/>
                </a:solidFill>
                <a:latin typeface="Arial"/>
              </a:rPr>
              <a:t> a </a:t>
            </a:r>
            <a:r>
              <a:rPr lang="fr-FR" sz="1500" b="1" err="1">
                <a:solidFill>
                  <a:srgbClr val="182663"/>
                </a:solidFill>
                <a:latin typeface="Arial"/>
              </a:rPr>
              <a:t>core</a:t>
            </a:r>
            <a:r>
              <a:rPr lang="fr-FR" sz="1500" b="1">
                <a:solidFill>
                  <a:srgbClr val="182663"/>
                </a:solidFill>
                <a:latin typeface="Arial"/>
              </a:rPr>
              <a:t> model, </a:t>
            </a:r>
            <a:r>
              <a:rPr lang="fr-FR" sz="1500" b="1" err="1">
                <a:solidFill>
                  <a:srgbClr val="182663"/>
                </a:solidFill>
                <a:latin typeface="Arial"/>
              </a:rPr>
              <a:t>leading</a:t>
            </a:r>
            <a:r>
              <a:rPr lang="fr-FR" sz="1500" b="1">
                <a:solidFill>
                  <a:srgbClr val="182663"/>
                </a:solidFill>
                <a:latin typeface="Arial"/>
              </a:rPr>
              <a:t> to </a:t>
            </a:r>
            <a:r>
              <a:rPr lang="fr-FR" b="1">
                <a:solidFill>
                  <a:srgbClr val="182663"/>
                </a:solidFill>
                <a:latin typeface="Arial"/>
              </a:rPr>
              <a:t>s</a:t>
            </a:r>
            <a:r>
              <a:rPr sz="1500" b="1" err="1">
                <a:solidFill>
                  <a:srgbClr val="182663"/>
                </a:solidFill>
                <a:latin typeface="Arial"/>
              </a:rPr>
              <a:t>har</a:t>
            </a:r>
            <a:r>
              <a:rPr lang="fr-FR" sz="1500" b="1" err="1">
                <a:solidFill>
                  <a:srgbClr val="182663"/>
                </a:solidFill>
                <a:latin typeface="Arial"/>
              </a:rPr>
              <a:t>ed</a:t>
            </a:r>
            <a:r>
              <a:rPr sz="1500" b="1">
                <a:solidFill>
                  <a:srgbClr val="182663"/>
                </a:solidFill>
                <a:latin typeface="Arial"/>
              </a:rPr>
              <a:t> processes and tool</a:t>
            </a:r>
            <a:r>
              <a:rPr lang="fr-FR" sz="1500" b="1">
                <a:solidFill>
                  <a:srgbClr val="182663"/>
                </a:solidFill>
                <a:latin typeface="Arial"/>
              </a:rPr>
              <a:t>s</a:t>
            </a:r>
            <a:r>
              <a:rPr sz="1500" b="1">
                <a:solidFill>
                  <a:srgbClr val="182663"/>
                </a:solidFill>
                <a:latin typeface="Arial"/>
              </a:rPr>
              <a:t> for SPM teams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82614"/>
            <a:ext cx="2625090" cy="3063240"/>
          </a:xfrm>
          <a:prstGeom prst="roundRect">
            <a:avLst>
              <a:gd name="adj" fmla="val 4000"/>
            </a:avLst>
          </a:prstGeom>
          <a:solidFill>
            <a:srgbClr val="182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OneB2C 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core model</a:t>
            </a:r>
            <a:endParaRPr sz="1500" b="1">
              <a:solidFill>
                <a:srgbClr val="FFFFFF"/>
              </a:solidFill>
              <a:latin typeface="Arial"/>
            </a:endParaRPr>
          </a:p>
          <a:p>
            <a:r>
              <a:rPr sz="1250">
                <a:solidFill>
                  <a:srgbClr val="FFFFFF"/>
                </a:solidFill>
                <a:latin typeface="Arial"/>
              </a:rPr>
              <a:t>Build an “ENGIE OneB2C way of doing” to export it to growing countries.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6610" y="2782614"/>
            <a:ext cx="2625090" cy="3063240"/>
          </a:xfrm>
          <a:prstGeom prst="roundRect">
            <a:avLst>
              <a:gd name="adj" fmla="val 4000"/>
            </a:avLst>
          </a:prstGeom>
          <a:solidFill>
            <a:srgbClr val="007B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Safe &amp; efficient tools</a:t>
            </a:r>
          </a:p>
          <a:p>
            <a:r>
              <a:rPr sz="1250">
                <a:solidFill>
                  <a:srgbClr val="FFFFFF"/>
                </a:solidFill>
                <a:latin typeface="Arial"/>
              </a:rPr>
              <a:t>Have safe and efficient tools to run critical processes — without investing multiple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2782614"/>
            <a:ext cx="2625090" cy="3063240"/>
          </a:xfrm>
          <a:prstGeom prst="roundRect">
            <a:avLst>
              <a:gd name="adj" fmla="val 4000"/>
            </a:avLst>
          </a:prstGeom>
          <a:solidFill>
            <a:srgbClr val="008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Similar KPIs</a:t>
            </a:r>
          </a:p>
          <a:p>
            <a:r>
              <a:rPr sz="1250">
                <a:solidFill>
                  <a:srgbClr val="FFFFFF"/>
                </a:solidFill>
                <a:latin typeface="Arial"/>
              </a:rPr>
              <a:t>Have similar KPIs across the whole B2C organization.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63990" y="2782614"/>
            <a:ext cx="2625090" cy="3063240"/>
          </a:xfrm>
          <a:prstGeom prst="roundRect">
            <a:avLst>
              <a:gd name="adj" fmla="val 4000"/>
            </a:avLst>
          </a:prstGeom>
          <a:solidFill>
            <a:srgbClr val="744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19456" bIns="164592" rtlCol="0" anchor="t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Accompany evolution</a:t>
            </a:r>
          </a:p>
          <a:p>
            <a:r>
              <a:rPr sz="1250">
                <a:solidFill>
                  <a:srgbClr val="FFFFFF"/>
                </a:solidFill>
                <a:latin typeface="Arial"/>
              </a:rPr>
              <a:t>Accompany business evolution: without a centralized approach, local investment is scattered, delaying necessary evolutions.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plan — concrete actions to meet our goal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02920" y="1188720"/>
            <a:ext cx="11155680" cy="457200"/>
          </a:xfrm>
        </p:spPr>
        <p:txBody>
          <a:bodyPr wrap="square"/>
          <a:lstStyle/>
          <a:p>
            <a:r>
              <a:rPr sz="1500" b="1">
                <a:solidFill>
                  <a:srgbClr val="182663"/>
                </a:solidFill>
                <a:latin typeface="Arial"/>
              </a:rPr>
              <a:t>Three concrete workstreams to deliver the SPM transformation: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182663"/>
                </a:solidFill>
                <a:latin typeface="Arial"/>
              </a:rPr>
              <a:t>Core Model for SPM B2C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17255F"/>
                </a:solidFill>
                <a:latin typeface="Arial"/>
              </a:rPr>
              <a:t>•  Action: </a:t>
            </a:r>
            <a:r>
              <a:rPr sz="1300">
                <a:solidFill>
                  <a:srgbClr val="595959"/>
                </a:solidFill>
                <a:latin typeface="Arial"/>
              </a:rPr>
              <a:t>Define a Core Model by end of Q3 for forecasting activities, portfolio management and booking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17255F"/>
                </a:solidFill>
                <a:latin typeface="Arial"/>
              </a:rPr>
              <a:t>•  Need: </a:t>
            </a:r>
            <a:r>
              <a:rPr sz="1300">
                <a:solidFill>
                  <a:srgbClr val="595959"/>
                </a:solidFill>
                <a:latin typeface="Arial"/>
              </a:rPr>
              <a:t>transversal role</a:t>
            </a:r>
            <a:r>
              <a:rPr lang="fr-FR" sz="1300">
                <a:solidFill>
                  <a:srgbClr val="595959"/>
                </a:solidFill>
                <a:latin typeface="Arial"/>
              </a:rPr>
              <a:t>s</a:t>
            </a:r>
            <a:r>
              <a:rPr sz="1300">
                <a:solidFill>
                  <a:srgbClr val="595959"/>
                </a:solidFill>
                <a:latin typeface="Arial"/>
              </a:rPr>
              <a:t> </a:t>
            </a:r>
            <a:r>
              <a:rPr lang="fr-FR" sz="1300">
                <a:solidFill>
                  <a:srgbClr val="595959"/>
                </a:solidFill>
                <a:latin typeface="Arial"/>
              </a:rPr>
              <a:t>(one per </a:t>
            </a:r>
            <a:r>
              <a:rPr lang="fr-FR" sz="1300" err="1">
                <a:solidFill>
                  <a:srgbClr val="595959"/>
                </a:solidFill>
                <a:latin typeface="Arial"/>
              </a:rPr>
              <a:t>stream</a:t>
            </a:r>
            <a:r>
              <a:rPr lang="fr-FR" sz="1300">
                <a:solidFill>
                  <a:srgbClr val="595959"/>
                </a:solidFill>
                <a:latin typeface="Arial"/>
              </a:rPr>
              <a:t>) </a:t>
            </a:r>
            <a:r>
              <a:rPr sz="1300">
                <a:solidFill>
                  <a:srgbClr val="595959"/>
                </a:solidFill>
                <a:latin typeface="Arial"/>
              </a:rPr>
              <a:t>to lead the initiative with the local teams</a:t>
            </a:r>
            <a:endParaRPr sz="1300" b="1">
              <a:solidFill>
                <a:srgbClr val="595959"/>
              </a:solidFill>
              <a:latin typeface="Arial"/>
            </a:endParaRP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17255F"/>
                </a:solidFill>
                <a:latin typeface="Arial"/>
              </a:rPr>
              <a:t>•  Deliverable: </a:t>
            </a:r>
            <a:r>
              <a:rPr sz="1300">
                <a:solidFill>
                  <a:srgbClr val="595959"/>
                </a:solidFill>
                <a:latin typeface="Arial"/>
              </a:rPr>
              <a:t>core processes defined — split between core and local — formalized in a document</a:t>
            </a:r>
            <a:endParaRPr lang="fr-FR" sz="1300">
              <a:solidFill>
                <a:srgbClr val="595959"/>
              </a:solidFill>
              <a:latin typeface="Arial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lang="fr-FR" sz="1700" b="1">
              <a:solidFill>
                <a:srgbClr val="007BC5"/>
              </a:solidFill>
              <a:latin typeface="Arial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fr-FR" sz="1700" b="1">
                <a:solidFill>
                  <a:srgbClr val="007BC5"/>
                </a:solidFill>
                <a:latin typeface="Arial"/>
              </a:rPr>
              <a:t>TOM country roll-out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17255F"/>
                </a:solidFill>
                <a:latin typeface="Arial"/>
              </a:rPr>
              <a:t>•  Action: </a:t>
            </a:r>
            <a:r>
              <a:rPr sz="1300">
                <a:solidFill>
                  <a:srgbClr val="595959"/>
                </a:solidFill>
                <a:latin typeface="Arial"/>
              </a:rPr>
              <a:t>Align countries progressively on the Target Operating Model — in progress in CWE (gas margin share), Italy and Australia; to be started in Romania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17255F"/>
                </a:solidFill>
                <a:latin typeface="Arial"/>
              </a:rPr>
              <a:t>•  Objective: </a:t>
            </a:r>
            <a:r>
              <a:rPr sz="1300">
                <a:solidFill>
                  <a:srgbClr val="595959"/>
                </a:solidFill>
                <a:latin typeface="Arial"/>
              </a:rPr>
              <a:t>roadmap defined for Italy, Australia and Romania by end of Q3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lang="fr-FR" sz="1700" b="1">
              <a:solidFill>
                <a:srgbClr val="008480"/>
              </a:solidFill>
              <a:latin typeface="Arial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008480"/>
                </a:solidFill>
                <a:latin typeface="Arial"/>
              </a:rPr>
              <a:t>Digital roadmap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17255F"/>
                </a:solidFill>
                <a:latin typeface="Arial"/>
              </a:rPr>
              <a:t>•  Action: </a:t>
            </a:r>
            <a:r>
              <a:rPr sz="1300">
                <a:solidFill>
                  <a:srgbClr val="595959"/>
                </a:solidFill>
                <a:latin typeface="Arial"/>
              </a:rPr>
              <a:t>Design the digital roadmap using outcomes from the process core model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17255F"/>
                </a:solidFill>
                <a:latin typeface="Arial"/>
              </a:rPr>
              <a:t>•  Need: </a:t>
            </a:r>
            <a:r>
              <a:rPr sz="1300">
                <a:solidFill>
                  <a:srgbClr val="595959"/>
                </a:solidFill>
                <a:latin typeface="Arial"/>
              </a:rPr>
              <a:t>a dedicated </a:t>
            </a:r>
            <a:r>
              <a:rPr lang="fr-FR" sz="1300">
                <a:solidFill>
                  <a:srgbClr val="595959"/>
                </a:solidFill>
                <a:latin typeface="Arial"/>
              </a:rPr>
              <a:t>IS </a:t>
            </a:r>
            <a:r>
              <a:rPr sz="1300">
                <a:solidFill>
                  <a:srgbClr val="595959"/>
                </a:solidFill>
                <a:latin typeface="Arial"/>
              </a:rPr>
              <a:t>budget</a:t>
            </a:r>
            <a:r>
              <a:rPr lang="fr-FR" sz="1300">
                <a:solidFill>
                  <a:srgbClr val="595959"/>
                </a:solidFill>
                <a:latin typeface="Arial"/>
              </a:rPr>
              <a:t> </a:t>
            </a:r>
            <a:r>
              <a:rPr lang="fr-FR" sz="1300" b="1">
                <a:solidFill>
                  <a:srgbClr val="595959"/>
                </a:solidFill>
                <a:latin typeface="Arial"/>
              </a:rPr>
              <a:t>for SPM </a:t>
            </a:r>
            <a:r>
              <a:rPr lang="fr-FR" sz="1300" b="1" err="1">
                <a:solidFill>
                  <a:srgbClr val="595959"/>
                </a:solidFill>
                <a:latin typeface="Arial"/>
              </a:rPr>
              <a:t>tooling</a:t>
            </a:r>
            <a:r>
              <a:rPr lang="fr-FR" sz="1300" b="1">
                <a:solidFill>
                  <a:srgbClr val="595959"/>
                </a:solidFill>
                <a:latin typeface="Arial"/>
              </a:rPr>
              <a:t> (</a:t>
            </a:r>
            <a:r>
              <a:rPr lang="fr-FR" sz="1300" b="1" err="1">
                <a:solidFill>
                  <a:srgbClr val="595959"/>
                </a:solidFill>
                <a:latin typeface="Arial"/>
              </a:rPr>
              <a:t>forecasting</a:t>
            </a:r>
            <a:r>
              <a:rPr lang="fr-FR" sz="1300" b="1">
                <a:solidFill>
                  <a:srgbClr val="595959"/>
                </a:solidFill>
                <a:latin typeface="Arial"/>
              </a:rPr>
              <a:t>, portfolio management)</a:t>
            </a:r>
            <a:r>
              <a:rPr sz="1300">
                <a:solidFill>
                  <a:srgbClr val="595959"/>
                </a:solidFill>
                <a:latin typeface="Arial"/>
              </a:rPr>
              <a:t>, without dependency on local MD budgets</a:t>
            </a:r>
            <a:endParaRPr lang="fr-FR" sz="1300" b="1">
              <a:solidFill>
                <a:srgbClr val="595959"/>
              </a:solidFill>
            </a:endParaRPr>
          </a:p>
          <a:p>
            <a:pPr lvl="1">
              <a:spcAft>
                <a:spcPts val="400"/>
              </a:spcAft>
            </a:pPr>
            <a:endParaRPr sz="1300">
              <a:solidFill>
                <a:srgbClr val="595959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GIE">
  <a:themeElements>
    <a:clrScheme name="ENGIE">
      <a:dk1>
        <a:sysClr val="windowText" lastClr="000000"/>
      </a:dk1>
      <a:lt1>
        <a:sysClr val="window" lastClr="FFFFFF"/>
      </a:lt1>
      <a:dk2>
        <a:srgbClr val="17255F"/>
      </a:dk2>
      <a:lt2>
        <a:srgbClr val="E7E6E6"/>
      </a:lt2>
      <a:accent1>
        <a:srgbClr val="182663"/>
      </a:accent1>
      <a:accent2>
        <a:srgbClr val="007BC5"/>
      </a:accent2>
      <a:accent3>
        <a:srgbClr val="008480"/>
      </a:accent3>
      <a:accent4>
        <a:srgbClr val="744299"/>
      </a:accent4>
      <a:accent5>
        <a:srgbClr val="E01B78"/>
      </a:accent5>
      <a:accent6>
        <a:srgbClr val="EB5D40"/>
      </a:accent6>
      <a:hlink>
        <a:srgbClr val="003C56"/>
      </a:hlink>
      <a:folHlink>
        <a:srgbClr val="003C56"/>
      </a:folHlink>
    </a:clrScheme>
    <a:fontScheme name="engie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5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G ENGIE-Template-GB v2.pptx" id="{C6E563D1-450B-49CE-B8AD-435FFAF2B3E7}" vid="{4742FC35-CFE4-460F-8EF0-67CF630E44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1b820adfd3e4a078472514c1a5cb5ff xmlns="87037488-ec5d-4aba-84c2-9b1d22638e8e">
      <Terms xmlns="http://schemas.microsoft.com/office/infopath/2007/PartnerControls"/>
    </b1b820adfd3e4a078472514c1a5cb5ff>
    <TaxCatchAll xmlns="87037488-ec5d-4aba-84c2-9b1d22638e8e" xsi:nil="true"/>
  </documentManagement>
</p:properties>
</file>

<file path=customXml/item3.xml><?xml version="1.0" encoding="utf-8"?>
<?mso-contentType ?>
<SharedContentType xmlns="Microsoft.SharePoint.Taxonomy.ContentTypeSync" SourceId="3bf472f7-a010-4b5a-bb99-a26ed4c99680" ContentTypeId="0x0101" PreviousValue="false" LastSyncTimeStamp="2016-03-10T12:45:02.457Z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8867D369A57D44BF38D2DDEF99E9E7" ma:contentTypeVersion="4" ma:contentTypeDescription="Create a new document." ma:contentTypeScope="" ma:versionID="1883f02f1db12f8755a5cc05827bd26d">
  <xsd:schema xmlns:xsd="http://www.w3.org/2001/XMLSchema" xmlns:xs="http://www.w3.org/2001/XMLSchema" xmlns:p="http://schemas.microsoft.com/office/2006/metadata/properties" xmlns:ns2="87037488-ec5d-4aba-84c2-9b1d22638e8e" xmlns:ns3="78ba05a7-74ac-4afc-a8ab-62dd7609eb58" targetNamespace="http://schemas.microsoft.com/office/2006/metadata/properties" ma:root="true" ma:fieldsID="d87ded7388f00ac5a2db7e79c765a7b4" ns2:_="" ns3:_="">
    <xsd:import namespace="87037488-ec5d-4aba-84c2-9b1d22638e8e"/>
    <xsd:import namespace="78ba05a7-74ac-4afc-a8ab-62dd7609eb58"/>
    <xsd:element name="properties">
      <xsd:complexType>
        <xsd:sequence>
          <xsd:element name="documentManagement">
            <xsd:complexType>
              <xsd:all>
                <xsd:element ref="ns2:b1b820adfd3e4a078472514c1a5cb5ff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37488-ec5d-4aba-84c2-9b1d22638e8e" elementFormDefault="qualified">
    <xsd:import namespace="http://schemas.microsoft.com/office/2006/documentManagement/types"/>
    <xsd:import namespace="http://schemas.microsoft.com/office/infopath/2007/PartnerControls"/>
    <xsd:element name="b1b820adfd3e4a078472514c1a5cb5ff" ma:index="8" nillable="true" ma:taxonomy="true" ma:internalName="b1b820adfd3e4a078472514c1a5cb5ff" ma:taxonomyFieldName="Security_x0020_Classification" ma:displayName="Security Classification" ma:default="" ma:fieldId="{b1b820ad-fd3e-4a07-8472-514c1a5cb5ff}" ma:sspId="3bf472f7-a010-4b5a-bb99-a26ed4c99680" ma:termSetId="0c0ba91f-ee81-4a79-83f6-c19eebf2f16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a31c07ff-87a8-432d-8758-fe2118817ec7}" ma:internalName="TaxCatchAll" ma:showField="CatchAllData" ma:web="b1a9b876-b0d6-482b-8fcc-e02d0fa02a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a31c07ff-87a8-432d-8758-fe2118817ec7}" ma:internalName="TaxCatchAllLabel" ma:readOnly="true" ma:showField="CatchAllDataLabel" ma:web="b1a9b876-b0d6-482b-8fcc-e02d0fa02a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ba05a7-74ac-4afc-a8ab-62dd7609eb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7F6254-2D36-4331-8011-9F0069A824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C307F9-9B48-4D2F-90E4-A681B5B02556}">
  <ds:schemaRefs>
    <ds:schemaRef ds:uri="78ba05a7-74ac-4afc-a8ab-62dd7609eb58"/>
    <ds:schemaRef ds:uri="87037488-ec5d-4aba-84c2-9b1d22638e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BA42380-8EED-453F-9CDB-5D2BDC98BCBE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86C1A3A2-98AE-41B5-A1BE-873815EC24E2}">
  <ds:schemaRefs>
    <ds:schemaRef ds:uri="78ba05a7-74ac-4afc-a8ab-62dd7609eb58"/>
    <ds:schemaRef ds:uri="87037488-ec5d-4aba-84c2-9b1d22638e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a9b9e15-83d2-4075-9282-a04e05c6580a}" enabled="1" method="Standard" siteId="{24139d14-c62c-4c47-8bdd-ce71ea1d50c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ENGIE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ENGIE</vt:lpstr>
      <vt:lpstr>3 pillars for the SPM transformation and integration in B2C</vt:lpstr>
      <vt:lpstr>1. Organization &amp; Roles</vt:lpstr>
      <vt:lpstr>2. Target Operating Model EM/SPM</vt:lpstr>
      <vt:lpstr>3. Process &amp; Tools</vt:lpstr>
      <vt:lpstr>Game plan — concrete actions to meet our goal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COHEN SOLAL Olivier (ENGIE SA)</dc:creator>
  <cp:keywords/>
  <dc:description/>
  <cp:revision>1</cp:revision>
  <dcterms:created xsi:type="dcterms:W3CDTF">2026-06-04T12:52:23Z</dcterms:created>
  <dcterms:modified xsi:type="dcterms:W3CDTF">2026-06-08T15:21:54Z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0x0101003B8867D369A57D44BF38D2DDEF99E9E7</vt:lpwstr>
  </property>
</Properties>
</file>